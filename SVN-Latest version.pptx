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9" r:id="rId1"/>
    <p:sldMasterId id="2147483787" r:id="rId2"/>
  </p:sldMasterIdLst>
  <p:notesMasterIdLst>
    <p:notesMasterId r:id="rId66"/>
  </p:notesMasterIdLst>
  <p:sldIdLst>
    <p:sldId id="386" r:id="rId3"/>
    <p:sldId id="407" r:id="rId4"/>
    <p:sldId id="411" r:id="rId5"/>
    <p:sldId id="485" r:id="rId6"/>
    <p:sldId id="486" r:id="rId7"/>
    <p:sldId id="408" r:id="rId8"/>
    <p:sldId id="409" r:id="rId9"/>
    <p:sldId id="410" r:id="rId10"/>
    <p:sldId id="499" r:id="rId11"/>
    <p:sldId id="500" r:id="rId12"/>
    <p:sldId id="513" r:id="rId13"/>
    <p:sldId id="412" r:id="rId14"/>
    <p:sldId id="516" r:id="rId15"/>
    <p:sldId id="469" r:id="rId16"/>
    <p:sldId id="413" r:id="rId17"/>
    <p:sldId id="470" r:id="rId18"/>
    <p:sldId id="471" r:id="rId19"/>
    <p:sldId id="472" r:id="rId20"/>
    <p:sldId id="473" r:id="rId21"/>
    <p:sldId id="474" r:id="rId22"/>
    <p:sldId id="483" r:id="rId23"/>
    <p:sldId id="475" r:id="rId24"/>
    <p:sldId id="484" r:id="rId25"/>
    <p:sldId id="476" r:id="rId26"/>
    <p:sldId id="487" r:id="rId27"/>
    <p:sldId id="477" r:id="rId28"/>
    <p:sldId id="488" r:id="rId29"/>
    <p:sldId id="478" r:id="rId30"/>
    <p:sldId id="489" r:id="rId31"/>
    <p:sldId id="479" r:id="rId32"/>
    <p:sldId id="490" r:id="rId33"/>
    <p:sldId id="480" r:id="rId34"/>
    <p:sldId id="491" r:id="rId35"/>
    <p:sldId id="481" r:id="rId36"/>
    <p:sldId id="492" r:id="rId37"/>
    <p:sldId id="482" r:id="rId38"/>
    <p:sldId id="493" r:id="rId39"/>
    <p:sldId id="494" r:id="rId40"/>
    <p:sldId id="495" r:id="rId41"/>
    <p:sldId id="496" r:id="rId42"/>
    <p:sldId id="497" r:id="rId43"/>
    <p:sldId id="465" r:id="rId44"/>
    <p:sldId id="498" r:id="rId45"/>
    <p:sldId id="519" r:id="rId46"/>
    <p:sldId id="501" r:id="rId47"/>
    <p:sldId id="502" r:id="rId48"/>
    <p:sldId id="503" r:id="rId49"/>
    <p:sldId id="504" r:id="rId50"/>
    <p:sldId id="505" r:id="rId51"/>
    <p:sldId id="506" r:id="rId52"/>
    <p:sldId id="507" r:id="rId53"/>
    <p:sldId id="508" r:id="rId54"/>
    <p:sldId id="509" r:id="rId55"/>
    <p:sldId id="510" r:id="rId56"/>
    <p:sldId id="511" r:id="rId57"/>
    <p:sldId id="512" r:id="rId58"/>
    <p:sldId id="514" r:id="rId59"/>
    <p:sldId id="466" r:id="rId60"/>
    <p:sldId id="517" r:id="rId61"/>
    <p:sldId id="467" r:id="rId62"/>
    <p:sldId id="515" r:id="rId63"/>
    <p:sldId id="518" r:id="rId64"/>
    <p:sldId id="460" r:id="rId65"/>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userDrawn="1">
          <p15:clr>
            <a:srgbClr val="A4A3A4"/>
          </p15:clr>
        </p15:guide>
        <p15:guide id="2" pos="3976" userDrawn="1">
          <p15:clr>
            <a:srgbClr val="A4A3A4"/>
          </p15:clr>
        </p15:guide>
        <p15:guide id="3" orient="horz" pos="2472" userDrawn="1">
          <p15:clr>
            <a:srgbClr val="A4A3A4"/>
          </p15:clr>
        </p15:guide>
        <p15:guide id="4" orient="horz" pos="138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Helle Formatvorlage 2 - Akz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Helle Formatvorlage 1 - Akz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77" autoAdjust="0"/>
    <p:restoredTop sz="85099" autoAdjust="0"/>
  </p:normalViewPr>
  <p:slideViewPr>
    <p:cSldViewPr showGuides="1">
      <p:cViewPr varScale="1">
        <p:scale>
          <a:sx n="63" d="100"/>
          <a:sy n="63" d="100"/>
        </p:scale>
        <p:origin x="936" y="72"/>
      </p:cViewPr>
      <p:guideLst>
        <p:guide orient="horz"/>
        <p:guide pos="3976"/>
        <p:guide orient="horz" pos="2472"/>
        <p:guide orient="horz" pos="1389"/>
      </p:guideLst>
    </p:cSldViewPr>
  </p:slideViewPr>
  <p:outlineViewPr>
    <p:cViewPr>
      <p:scale>
        <a:sx n="33" d="100"/>
        <a:sy n="33" d="100"/>
      </p:scale>
      <p:origin x="0" y="-17940"/>
    </p:cViewPr>
  </p:outlineViewPr>
  <p:notesTextViewPr>
    <p:cViewPr>
      <p:scale>
        <a:sx n="1" d="1"/>
        <a:sy n="1" d="1"/>
      </p:scale>
      <p:origin x="0" y="0"/>
    </p:cViewPr>
  </p:notesTextViewPr>
  <p:sorterViewPr>
    <p:cViewPr>
      <p:scale>
        <a:sx n="76" d="100"/>
        <a:sy n="7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notesMaster" Target="notesMasters/notesMaster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417C3E4-834A-4FDE-8876-3ED4986C368E}" type="datetimeFigureOut">
              <a:rPr lang="en-US" smtClean="0"/>
              <a:t>5/10/2017</a:t>
            </a:fld>
            <a:endParaRPr lang="en-US"/>
          </a:p>
        </p:txBody>
      </p:sp>
      <p:sp>
        <p:nvSpPr>
          <p:cNvPr id="4" name="Folienbildplatzhalt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425D16B-934A-4DDA-AA9D-F9317AC24A5D}" type="slidenum">
              <a:rPr lang="en-US" smtClean="0"/>
              <a:t>‹#›</a:t>
            </a:fld>
            <a:endParaRPr lang="en-US"/>
          </a:p>
        </p:txBody>
      </p:sp>
    </p:spTree>
    <p:extLst>
      <p:ext uri="{BB962C8B-B14F-4D97-AF65-F5344CB8AC3E}">
        <p14:creationId xmlns:p14="http://schemas.microsoft.com/office/powerpoint/2010/main" val="24229225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t>
            </a:r>
            <a:endParaRPr lang="en-US" dirty="0"/>
          </a:p>
        </p:txBody>
      </p:sp>
      <p:sp>
        <p:nvSpPr>
          <p:cNvPr id="4" name="Slide Number Placeholder 3"/>
          <p:cNvSpPr>
            <a:spLocks noGrp="1"/>
          </p:cNvSpPr>
          <p:nvPr>
            <p:ph type="sldNum" sz="quarter" idx="10"/>
          </p:nvPr>
        </p:nvSpPr>
        <p:spPr/>
        <p:txBody>
          <a:bodyPr/>
          <a:lstStyle/>
          <a:p>
            <a:fld id="{A425D16B-934A-4DDA-AA9D-F9317AC24A5D}" type="slidenum">
              <a:rPr lang="en-US" smtClean="0"/>
              <a:t>12</a:t>
            </a:fld>
            <a:endParaRPr lang="en-US"/>
          </a:p>
        </p:txBody>
      </p:sp>
    </p:spTree>
    <p:extLst>
      <p:ext uri="{BB962C8B-B14F-4D97-AF65-F5344CB8AC3E}">
        <p14:creationId xmlns:p14="http://schemas.microsoft.com/office/powerpoint/2010/main" val="38193497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t>
            </a:r>
            <a:endParaRPr lang="en-US" dirty="0"/>
          </a:p>
        </p:txBody>
      </p:sp>
      <p:sp>
        <p:nvSpPr>
          <p:cNvPr id="4" name="Slide Number Placeholder 3"/>
          <p:cNvSpPr>
            <a:spLocks noGrp="1"/>
          </p:cNvSpPr>
          <p:nvPr>
            <p:ph type="sldNum" sz="quarter" idx="10"/>
          </p:nvPr>
        </p:nvSpPr>
        <p:spPr/>
        <p:txBody>
          <a:bodyPr/>
          <a:lstStyle/>
          <a:p>
            <a:fld id="{A425D16B-934A-4DDA-AA9D-F9317AC24A5D}" type="slidenum">
              <a:rPr lang="en-US" smtClean="0"/>
              <a:t>13</a:t>
            </a:fld>
            <a:endParaRPr lang="en-US"/>
          </a:p>
        </p:txBody>
      </p:sp>
    </p:spTree>
    <p:extLst>
      <p:ext uri="{BB962C8B-B14F-4D97-AF65-F5344CB8AC3E}">
        <p14:creationId xmlns:p14="http://schemas.microsoft.com/office/powerpoint/2010/main" val="10045378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t>
            </a:r>
            <a:endParaRPr lang="en-US" dirty="0"/>
          </a:p>
        </p:txBody>
      </p:sp>
      <p:sp>
        <p:nvSpPr>
          <p:cNvPr id="4" name="Slide Number Placeholder 3"/>
          <p:cNvSpPr>
            <a:spLocks noGrp="1"/>
          </p:cNvSpPr>
          <p:nvPr>
            <p:ph type="sldNum" sz="quarter" idx="10"/>
          </p:nvPr>
        </p:nvSpPr>
        <p:spPr/>
        <p:txBody>
          <a:bodyPr/>
          <a:lstStyle/>
          <a:p>
            <a:fld id="{A425D16B-934A-4DDA-AA9D-F9317AC24A5D}" type="slidenum">
              <a:rPr lang="en-US" smtClean="0"/>
              <a:t>14</a:t>
            </a:fld>
            <a:endParaRPr lang="en-US"/>
          </a:p>
        </p:txBody>
      </p:sp>
    </p:spTree>
    <p:extLst>
      <p:ext uri="{BB962C8B-B14F-4D97-AF65-F5344CB8AC3E}">
        <p14:creationId xmlns:p14="http://schemas.microsoft.com/office/powerpoint/2010/main" val="17022480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Fully recursive</a:t>
            </a:r>
          </a:p>
          <a:p>
            <a:r>
              <a:rPr lang="en-US" dirty="0" smtClean="0"/>
              <a:t>Checkout the entire tree, including all child folders and sub-folders.</a:t>
            </a:r>
          </a:p>
          <a:p>
            <a:endParaRPr lang="en-US" dirty="0" smtClean="0"/>
          </a:p>
          <a:p>
            <a:r>
              <a:rPr lang="en-US" dirty="0" smtClean="0"/>
              <a:t>Immediate children, including folders</a:t>
            </a:r>
          </a:p>
          <a:p>
            <a:r>
              <a:rPr lang="en-US" dirty="0" smtClean="0"/>
              <a:t>Checkout the specified directory, including all files and child folders, but do not populate the child folders.</a:t>
            </a:r>
          </a:p>
          <a:p>
            <a:endParaRPr lang="en-US" dirty="0" smtClean="0"/>
          </a:p>
          <a:p>
            <a:r>
              <a:rPr lang="en-US" dirty="0" smtClean="0"/>
              <a:t>Only file children</a:t>
            </a:r>
          </a:p>
          <a:p>
            <a:r>
              <a:rPr lang="en-US" dirty="0" smtClean="0"/>
              <a:t>Checkout the specified directory, including all files but do not checkout any child folders.</a:t>
            </a:r>
          </a:p>
          <a:p>
            <a:endParaRPr lang="en-US" dirty="0" smtClean="0"/>
          </a:p>
          <a:p>
            <a:r>
              <a:rPr lang="en-US" dirty="0" smtClean="0"/>
              <a:t>Only this item</a:t>
            </a:r>
          </a:p>
          <a:p>
            <a:r>
              <a:rPr lang="en-US" dirty="0" smtClean="0"/>
              <a:t>Checkout the directory only. Do not populate it with files or child folders</a:t>
            </a:r>
          </a:p>
          <a:p>
            <a:endParaRPr lang="en-US" dirty="0" smtClean="0"/>
          </a:p>
          <a:p>
            <a:r>
              <a:rPr lang="en-US" dirty="0" smtClean="0"/>
              <a:t>Working copy</a:t>
            </a:r>
          </a:p>
          <a:p>
            <a:r>
              <a:rPr lang="en-US" dirty="0" smtClean="0"/>
              <a:t>Retain the depth specified in the working copy. This option is not used in the checkout dialog, but it is the default in all other dialogs which have a depth setting.</a:t>
            </a:r>
          </a:p>
          <a:p>
            <a:endParaRPr lang="en-US" dirty="0" smtClean="0"/>
          </a:p>
          <a:p>
            <a:endParaRPr lang="en-US" sz="1200" b="0" i="0" u="none" strike="noStrike" kern="1200" baseline="0" dirty="0" smtClean="0">
              <a:solidFill>
                <a:schemeClr val="tx1"/>
              </a:solidFill>
              <a:latin typeface="+mn-lt"/>
              <a:ea typeface="+mn-ea"/>
              <a:cs typeface="+mn-cs"/>
            </a:endParaRPr>
          </a:p>
          <a:p>
            <a:r>
              <a:rPr lang="en-US" sz="1200" b="0" i="0" u="none" strike="noStrike" kern="1200" baseline="0" dirty="0" smtClean="0">
                <a:solidFill>
                  <a:schemeClr val="tx1"/>
                </a:solidFill>
                <a:latin typeface="+mn-lt"/>
                <a:ea typeface="+mn-ea"/>
                <a:cs typeface="+mn-cs"/>
              </a:rPr>
              <a:t>HEAD revision: Export the latest version.</a:t>
            </a:r>
          </a:p>
          <a:p>
            <a:r>
              <a:rPr lang="en-US" sz="1200" b="0" i="0" u="none" strike="noStrike" kern="1200" baseline="0" dirty="0" smtClean="0">
                <a:solidFill>
                  <a:schemeClr val="tx1"/>
                </a:solidFill>
                <a:latin typeface="+mn-lt"/>
                <a:ea typeface="+mn-ea"/>
                <a:cs typeface="+mn-cs"/>
              </a:rPr>
              <a:t>Revision: Chose the version that you want to be exported. Click “Show log” to see more information about versions, then you can chose the right version that you want to. </a:t>
            </a:r>
          </a:p>
          <a:p>
            <a:endParaRPr lang="en-US" dirty="0"/>
          </a:p>
        </p:txBody>
      </p:sp>
      <p:sp>
        <p:nvSpPr>
          <p:cNvPr id="4" name="Slide Number Placeholder 3"/>
          <p:cNvSpPr>
            <a:spLocks noGrp="1"/>
          </p:cNvSpPr>
          <p:nvPr>
            <p:ph type="sldNum" sz="quarter" idx="10"/>
          </p:nvPr>
        </p:nvSpPr>
        <p:spPr/>
        <p:txBody>
          <a:bodyPr/>
          <a:lstStyle/>
          <a:p>
            <a:fld id="{A425D16B-934A-4DDA-AA9D-F9317AC24A5D}" type="slidenum">
              <a:rPr lang="en-US" smtClean="0"/>
              <a:t>15</a:t>
            </a:fld>
            <a:endParaRPr lang="en-US"/>
          </a:p>
        </p:txBody>
      </p:sp>
    </p:spTree>
    <p:extLst>
      <p:ext uri="{BB962C8B-B14F-4D97-AF65-F5344CB8AC3E}">
        <p14:creationId xmlns:p14="http://schemas.microsoft.com/office/powerpoint/2010/main" val="31185836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Fully recursive</a:t>
            </a:r>
          </a:p>
          <a:p>
            <a:r>
              <a:rPr lang="en-US" dirty="0" smtClean="0"/>
              <a:t>Checkout the entire tree, including all child folders and sub-folders.</a:t>
            </a:r>
          </a:p>
          <a:p>
            <a:endParaRPr lang="en-US" dirty="0" smtClean="0"/>
          </a:p>
          <a:p>
            <a:r>
              <a:rPr lang="en-US" dirty="0" smtClean="0"/>
              <a:t>Immediate children, including folders</a:t>
            </a:r>
          </a:p>
          <a:p>
            <a:r>
              <a:rPr lang="en-US" dirty="0" smtClean="0"/>
              <a:t>Checkout the specified directory, including all files and child folders, but do not populate the child folders.</a:t>
            </a:r>
          </a:p>
          <a:p>
            <a:endParaRPr lang="en-US" dirty="0" smtClean="0"/>
          </a:p>
          <a:p>
            <a:r>
              <a:rPr lang="en-US" dirty="0" smtClean="0"/>
              <a:t>Only file children</a:t>
            </a:r>
          </a:p>
          <a:p>
            <a:r>
              <a:rPr lang="en-US" dirty="0" smtClean="0"/>
              <a:t>Checkout the specified directory, including all files but do not checkout any child folders.</a:t>
            </a:r>
          </a:p>
          <a:p>
            <a:endParaRPr lang="en-US" dirty="0" smtClean="0"/>
          </a:p>
          <a:p>
            <a:r>
              <a:rPr lang="en-US" dirty="0" smtClean="0"/>
              <a:t>Only this item</a:t>
            </a:r>
          </a:p>
          <a:p>
            <a:r>
              <a:rPr lang="en-US" dirty="0" smtClean="0"/>
              <a:t>Checkout the directory only. Do not populate it with files or child folders</a:t>
            </a:r>
          </a:p>
          <a:p>
            <a:endParaRPr lang="en-US" dirty="0" smtClean="0"/>
          </a:p>
          <a:p>
            <a:r>
              <a:rPr lang="en-US" dirty="0" smtClean="0"/>
              <a:t>Working copy</a:t>
            </a:r>
          </a:p>
          <a:p>
            <a:r>
              <a:rPr lang="en-US" dirty="0" smtClean="0"/>
              <a:t>Retain the depth specified in the working copy. This option is not used in the checkout dialog, but it is the default in all other dialogs which have a depth setting.</a:t>
            </a:r>
          </a:p>
          <a:p>
            <a:endParaRPr lang="en-US" dirty="0" smtClean="0"/>
          </a:p>
          <a:p>
            <a:endParaRPr lang="en-US" sz="1200" b="0" i="0" u="none" strike="noStrike" kern="1200" baseline="0" dirty="0" smtClean="0">
              <a:solidFill>
                <a:schemeClr val="tx1"/>
              </a:solidFill>
              <a:latin typeface="+mn-lt"/>
              <a:ea typeface="+mn-ea"/>
              <a:cs typeface="+mn-cs"/>
            </a:endParaRPr>
          </a:p>
          <a:p>
            <a:r>
              <a:rPr lang="en-US" sz="1200" b="0" i="0" u="none" strike="noStrike" kern="1200" baseline="0" dirty="0" smtClean="0">
                <a:solidFill>
                  <a:schemeClr val="tx1"/>
                </a:solidFill>
                <a:latin typeface="+mn-lt"/>
                <a:ea typeface="+mn-ea"/>
                <a:cs typeface="+mn-cs"/>
              </a:rPr>
              <a:t>HEAD revision: Export the latest version.</a:t>
            </a:r>
          </a:p>
          <a:p>
            <a:r>
              <a:rPr lang="en-US" sz="1200" b="0" i="0" u="none" strike="noStrike" kern="1200" baseline="0" dirty="0" smtClean="0">
                <a:solidFill>
                  <a:schemeClr val="tx1"/>
                </a:solidFill>
                <a:latin typeface="+mn-lt"/>
                <a:ea typeface="+mn-ea"/>
                <a:cs typeface="+mn-cs"/>
              </a:rPr>
              <a:t>Revision: Chose the version that you want to be exported. Click “Show log” to see more information about versions, then you can chose the right version that you want to. </a:t>
            </a:r>
          </a:p>
          <a:p>
            <a:endParaRPr lang="en-US" dirty="0"/>
          </a:p>
        </p:txBody>
      </p:sp>
      <p:sp>
        <p:nvSpPr>
          <p:cNvPr id="4" name="Slide Number Placeholder 3"/>
          <p:cNvSpPr>
            <a:spLocks noGrp="1"/>
          </p:cNvSpPr>
          <p:nvPr>
            <p:ph type="sldNum" sz="quarter" idx="10"/>
          </p:nvPr>
        </p:nvSpPr>
        <p:spPr/>
        <p:txBody>
          <a:bodyPr/>
          <a:lstStyle/>
          <a:p>
            <a:fld id="{A425D16B-934A-4DDA-AA9D-F9317AC24A5D}" type="slidenum">
              <a:rPr lang="en-US" smtClean="0"/>
              <a:t>16</a:t>
            </a:fld>
            <a:endParaRPr lang="en-US"/>
          </a:p>
        </p:txBody>
      </p:sp>
    </p:spTree>
    <p:extLst>
      <p:ext uri="{BB962C8B-B14F-4D97-AF65-F5344CB8AC3E}">
        <p14:creationId xmlns:p14="http://schemas.microsoft.com/office/powerpoint/2010/main" val="38626548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Fully recursive</a:t>
            </a:r>
          </a:p>
          <a:p>
            <a:r>
              <a:rPr lang="en-US" dirty="0" smtClean="0"/>
              <a:t>Checkout the entire tree, including all child folders and sub-folders.</a:t>
            </a:r>
          </a:p>
          <a:p>
            <a:endParaRPr lang="en-US" dirty="0" smtClean="0"/>
          </a:p>
          <a:p>
            <a:r>
              <a:rPr lang="en-US" dirty="0" smtClean="0"/>
              <a:t>Immediate children, including folders</a:t>
            </a:r>
          </a:p>
          <a:p>
            <a:r>
              <a:rPr lang="en-US" dirty="0" smtClean="0"/>
              <a:t>Checkout the specified directory, including all files and child folders, but do not populate the child folders.</a:t>
            </a:r>
          </a:p>
          <a:p>
            <a:endParaRPr lang="en-US" dirty="0" smtClean="0"/>
          </a:p>
          <a:p>
            <a:r>
              <a:rPr lang="en-US" dirty="0" smtClean="0"/>
              <a:t>Only file children</a:t>
            </a:r>
          </a:p>
          <a:p>
            <a:r>
              <a:rPr lang="en-US" dirty="0" smtClean="0"/>
              <a:t>Checkout the specified directory, including all files but do not checkout any child folders.</a:t>
            </a:r>
          </a:p>
          <a:p>
            <a:endParaRPr lang="en-US" dirty="0" smtClean="0"/>
          </a:p>
          <a:p>
            <a:r>
              <a:rPr lang="en-US" dirty="0" smtClean="0"/>
              <a:t>Only this item</a:t>
            </a:r>
          </a:p>
          <a:p>
            <a:r>
              <a:rPr lang="en-US" dirty="0" smtClean="0"/>
              <a:t>Checkout the directory only. Do not populate it with files or child folders</a:t>
            </a:r>
          </a:p>
          <a:p>
            <a:endParaRPr lang="en-US" dirty="0" smtClean="0"/>
          </a:p>
          <a:p>
            <a:r>
              <a:rPr lang="en-US" dirty="0" smtClean="0"/>
              <a:t>Working copy</a:t>
            </a:r>
          </a:p>
          <a:p>
            <a:r>
              <a:rPr lang="en-US" dirty="0" smtClean="0"/>
              <a:t>Retain the depth specified in the working copy. This option is not used in the checkout dialog, but it is the default in all other dialogs which have a depth setting.</a:t>
            </a:r>
          </a:p>
          <a:p>
            <a:endParaRPr lang="en-US" dirty="0" smtClean="0"/>
          </a:p>
          <a:p>
            <a:endParaRPr lang="en-US" sz="1200" b="0" i="0" u="none" strike="noStrike" kern="1200" baseline="0" dirty="0" smtClean="0">
              <a:solidFill>
                <a:schemeClr val="tx1"/>
              </a:solidFill>
              <a:latin typeface="+mn-lt"/>
              <a:ea typeface="+mn-ea"/>
              <a:cs typeface="+mn-cs"/>
            </a:endParaRPr>
          </a:p>
          <a:p>
            <a:r>
              <a:rPr lang="en-US" sz="1200" b="0" i="0" u="none" strike="noStrike" kern="1200" baseline="0" dirty="0" smtClean="0">
                <a:solidFill>
                  <a:schemeClr val="tx1"/>
                </a:solidFill>
                <a:latin typeface="+mn-lt"/>
                <a:ea typeface="+mn-ea"/>
                <a:cs typeface="+mn-cs"/>
              </a:rPr>
              <a:t>HEAD revision: Export the latest version.</a:t>
            </a:r>
          </a:p>
          <a:p>
            <a:r>
              <a:rPr lang="en-US" sz="1200" b="0" i="0" u="none" strike="noStrike" kern="1200" baseline="0" dirty="0" smtClean="0">
                <a:solidFill>
                  <a:schemeClr val="tx1"/>
                </a:solidFill>
                <a:latin typeface="+mn-lt"/>
                <a:ea typeface="+mn-ea"/>
                <a:cs typeface="+mn-cs"/>
              </a:rPr>
              <a:t>Revision: Chose the version that you want to be exported. Click “Show log” to see more information about versions, then you can chose the right version that you want to. </a:t>
            </a:r>
          </a:p>
          <a:p>
            <a:endParaRPr lang="en-US" dirty="0"/>
          </a:p>
        </p:txBody>
      </p:sp>
      <p:sp>
        <p:nvSpPr>
          <p:cNvPr id="4" name="Slide Number Placeholder 3"/>
          <p:cNvSpPr>
            <a:spLocks noGrp="1"/>
          </p:cNvSpPr>
          <p:nvPr>
            <p:ph type="sldNum" sz="quarter" idx="10"/>
          </p:nvPr>
        </p:nvSpPr>
        <p:spPr/>
        <p:txBody>
          <a:bodyPr/>
          <a:lstStyle/>
          <a:p>
            <a:fld id="{A425D16B-934A-4DDA-AA9D-F9317AC24A5D}" type="slidenum">
              <a:rPr lang="en-US" smtClean="0"/>
              <a:t>17</a:t>
            </a:fld>
            <a:endParaRPr lang="en-US"/>
          </a:p>
        </p:txBody>
      </p:sp>
    </p:spTree>
    <p:extLst>
      <p:ext uri="{BB962C8B-B14F-4D97-AF65-F5344CB8AC3E}">
        <p14:creationId xmlns:p14="http://schemas.microsoft.com/office/powerpoint/2010/main" val="42894914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425D16B-934A-4DDA-AA9D-F9317AC24A5D}" type="slidenum">
              <a:rPr lang="en-US" smtClean="0"/>
              <a:t>18</a:t>
            </a:fld>
            <a:endParaRPr lang="en-US"/>
          </a:p>
        </p:txBody>
      </p:sp>
    </p:spTree>
    <p:extLst>
      <p:ext uri="{BB962C8B-B14F-4D97-AF65-F5344CB8AC3E}">
        <p14:creationId xmlns:p14="http://schemas.microsoft.com/office/powerpoint/2010/main" val="1235371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425D16B-934A-4DDA-AA9D-F9317AC24A5D}" type="slidenum">
              <a:rPr lang="en-US" smtClean="0"/>
              <a:t>19</a:t>
            </a:fld>
            <a:endParaRPr lang="en-US"/>
          </a:p>
        </p:txBody>
      </p:sp>
    </p:spTree>
    <p:extLst>
      <p:ext uri="{BB962C8B-B14F-4D97-AF65-F5344CB8AC3E}">
        <p14:creationId xmlns:p14="http://schemas.microsoft.com/office/powerpoint/2010/main" val="31098451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425D16B-934A-4DDA-AA9D-F9317AC24A5D}" type="slidenum">
              <a:rPr lang="en-US" smtClean="0"/>
              <a:t>20</a:t>
            </a:fld>
            <a:endParaRPr lang="en-US"/>
          </a:p>
        </p:txBody>
      </p:sp>
    </p:spTree>
    <p:extLst>
      <p:ext uri="{BB962C8B-B14F-4D97-AF65-F5344CB8AC3E}">
        <p14:creationId xmlns:p14="http://schemas.microsoft.com/office/powerpoint/2010/main" val="3967970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425D16B-934A-4DDA-AA9D-F9317AC24A5D}" type="slidenum">
              <a:rPr lang="en-US" smtClean="0"/>
              <a:t>21</a:t>
            </a:fld>
            <a:endParaRPr lang="en-US"/>
          </a:p>
        </p:txBody>
      </p:sp>
    </p:spTree>
    <p:extLst>
      <p:ext uri="{BB962C8B-B14F-4D97-AF65-F5344CB8AC3E}">
        <p14:creationId xmlns:p14="http://schemas.microsoft.com/office/powerpoint/2010/main" val="20255579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425D16B-934A-4DDA-AA9D-F9317AC24A5D}" type="slidenum">
              <a:rPr lang="en-US" smtClean="0"/>
              <a:t>22</a:t>
            </a:fld>
            <a:endParaRPr lang="en-US"/>
          </a:p>
        </p:txBody>
      </p:sp>
    </p:spTree>
    <p:extLst>
      <p:ext uri="{BB962C8B-B14F-4D97-AF65-F5344CB8AC3E}">
        <p14:creationId xmlns:p14="http://schemas.microsoft.com/office/powerpoint/2010/main" val="7825133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425D16B-934A-4DDA-AA9D-F9317AC24A5D}" type="slidenum">
              <a:rPr lang="en-US" smtClean="0"/>
              <a:t>23</a:t>
            </a:fld>
            <a:endParaRPr lang="en-US"/>
          </a:p>
        </p:txBody>
      </p:sp>
    </p:spTree>
    <p:extLst>
      <p:ext uri="{BB962C8B-B14F-4D97-AF65-F5344CB8AC3E}">
        <p14:creationId xmlns:p14="http://schemas.microsoft.com/office/powerpoint/2010/main" val="16072157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425D16B-934A-4DDA-AA9D-F9317AC24A5D}" type="slidenum">
              <a:rPr lang="en-US" smtClean="0"/>
              <a:t>24</a:t>
            </a:fld>
            <a:endParaRPr lang="en-US"/>
          </a:p>
        </p:txBody>
      </p:sp>
    </p:spTree>
    <p:extLst>
      <p:ext uri="{BB962C8B-B14F-4D97-AF65-F5344CB8AC3E}">
        <p14:creationId xmlns:p14="http://schemas.microsoft.com/office/powerpoint/2010/main" val="8028061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425D16B-934A-4DDA-AA9D-F9317AC24A5D}" type="slidenum">
              <a:rPr lang="en-US" smtClean="0"/>
              <a:t>25</a:t>
            </a:fld>
            <a:endParaRPr lang="en-US"/>
          </a:p>
        </p:txBody>
      </p:sp>
    </p:spTree>
    <p:extLst>
      <p:ext uri="{BB962C8B-B14F-4D97-AF65-F5344CB8AC3E}">
        <p14:creationId xmlns:p14="http://schemas.microsoft.com/office/powerpoint/2010/main" val="12707054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425D16B-934A-4DDA-AA9D-F9317AC24A5D}" type="slidenum">
              <a:rPr lang="en-US" smtClean="0"/>
              <a:t>26</a:t>
            </a:fld>
            <a:endParaRPr lang="en-US"/>
          </a:p>
        </p:txBody>
      </p:sp>
    </p:spTree>
    <p:extLst>
      <p:ext uri="{BB962C8B-B14F-4D97-AF65-F5344CB8AC3E}">
        <p14:creationId xmlns:p14="http://schemas.microsoft.com/office/powerpoint/2010/main" val="28992672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425D16B-934A-4DDA-AA9D-F9317AC24A5D}" type="slidenum">
              <a:rPr lang="en-US" smtClean="0"/>
              <a:t>27</a:t>
            </a:fld>
            <a:endParaRPr lang="en-US"/>
          </a:p>
        </p:txBody>
      </p:sp>
    </p:spTree>
    <p:extLst>
      <p:ext uri="{BB962C8B-B14F-4D97-AF65-F5344CB8AC3E}">
        <p14:creationId xmlns:p14="http://schemas.microsoft.com/office/powerpoint/2010/main" val="34936634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425D16B-934A-4DDA-AA9D-F9317AC24A5D}" type="slidenum">
              <a:rPr lang="en-US" smtClean="0"/>
              <a:t>28</a:t>
            </a:fld>
            <a:endParaRPr lang="en-US"/>
          </a:p>
        </p:txBody>
      </p:sp>
    </p:spTree>
    <p:extLst>
      <p:ext uri="{BB962C8B-B14F-4D97-AF65-F5344CB8AC3E}">
        <p14:creationId xmlns:p14="http://schemas.microsoft.com/office/powerpoint/2010/main" val="9700936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425D16B-934A-4DDA-AA9D-F9317AC24A5D}" type="slidenum">
              <a:rPr lang="en-US" smtClean="0"/>
              <a:t>29</a:t>
            </a:fld>
            <a:endParaRPr lang="en-US"/>
          </a:p>
        </p:txBody>
      </p:sp>
    </p:spTree>
    <p:extLst>
      <p:ext uri="{BB962C8B-B14F-4D97-AF65-F5344CB8AC3E}">
        <p14:creationId xmlns:p14="http://schemas.microsoft.com/office/powerpoint/2010/main" val="28942877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425D16B-934A-4DDA-AA9D-F9317AC24A5D}" type="slidenum">
              <a:rPr lang="en-US" smtClean="0"/>
              <a:t>30</a:t>
            </a:fld>
            <a:endParaRPr lang="en-US"/>
          </a:p>
        </p:txBody>
      </p:sp>
    </p:spTree>
    <p:extLst>
      <p:ext uri="{BB962C8B-B14F-4D97-AF65-F5344CB8AC3E}">
        <p14:creationId xmlns:p14="http://schemas.microsoft.com/office/powerpoint/2010/main" val="32990591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425D16B-934A-4DDA-AA9D-F9317AC24A5D}" type="slidenum">
              <a:rPr lang="en-US" smtClean="0"/>
              <a:t>31</a:t>
            </a:fld>
            <a:endParaRPr lang="en-US"/>
          </a:p>
        </p:txBody>
      </p:sp>
    </p:spTree>
    <p:extLst>
      <p:ext uri="{BB962C8B-B14F-4D97-AF65-F5344CB8AC3E}">
        <p14:creationId xmlns:p14="http://schemas.microsoft.com/office/powerpoint/2010/main" val="1947710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425D16B-934A-4DDA-AA9D-F9317AC24A5D}" type="slidenum">
              <a:rPr lang="en-US" smtClean="0"/>
              <a:t>32</a:t>
            </a:fld>
            <a:endParaRPr lang="en-US"/>
          </a:p>
        </p:txBody>
      </p:sp>
    </p:spTree>
    <p:extLst>
      <p:ext uri="{BB962C8B-B14F-4D97-AF65-F5344CB8AC3E}">
        <p14:creationId xmlns:p14="http://schemas.microsoft.com/office/powerpoint/2010/main" val="312224232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425D16B-934A-4DDA-AA9D-F9317AC24A5D}" type="slidenum">
              <a:rPr lang="en-US" smtClean="0"/>
              <a:t>33</a:t>
            </a:fld>
            <a:endParaRPr lang="en-US"/>
          </a:p>
        </p:txBody>
      </p:sp>
    </p:spTree>
    <p:extLst>
      <p:ext uri="{BB962C8B-B14F-4D97-AF65-F5344CB8AC3E}">
        <p14:creationId xmlns:p14="http://schemas.microsoft.com/office/powerpoint/2010/main" val="156048715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425D16B-934A-4DDA-AA9D-F9317AC24A5D}" type="slidenum">
              <a:rPr lang="en-US" smtClean="0"/>
              <a:t>34</a:t>
            </a:fld>
            <a:endParaRPr lang="en-US"/>
          </a:p>
        </p:txBody>
      </p:sp>
    </p:spTree>
    <p:extLst>
      <p:ext uri="{BB962C8B-B14F-4D97-AF65-F5344CB8AC3E}">
        <p14:creationId xmlns:p14="http://schemas.microsoft.com/office/powerpoint/2010/main" val="158682669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425D16B-934A-4DDA-AA9D-F9317AC24A5D}" type="slidenum">
              <a:rPr lang="en-US" smtClean="0"/>
              <a:t>35</a:t>
            </a:fld>
            <a:endParaRPr lang="en-US"/>
          </a:p>
        </p:txBody>
      </p:sp>
    </p:spTree>
    <p:extLst>
      <p:ext uri="{BB962C8B-B14F-4D97-AF65-F5344CB8AC3E}">
        <p14:creationId xmlns:p14="http://schemas.microsoft.com/office/powerpoint/2010/main" val="360745050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425D16B-934A-4DDA-AA9D-F9317AC24A5D}" type="slidenum">
              <a:rPr lang="en-US" smtClean="0"/>
              <a:t>36</a:t>
            </a:fld>
            <a:endParaRPr lang="en-US"/>
          </a:p>
        </p:txBody>
      </p:sp>
    </p:spTree>
    <p:extLst>
      <p:ext uri="{BB962C8B-B14F-4D97-AF65-F5344CB8AC3E}">
        <p14:creationId xmlns:p14="http://schemas.microsoft.com/office/powerpoint/2010/main" val="22881613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425D16B-934A-4DDA-AA9D-F9317AC24A5D}" type="slidenum">
              <a:rPr lang="en-US" smtClean="0"/>
              <a:t>37</a:t>
            </a:fld>
            <a:endParaRPr lang="en-US"/>
          </a:p>
        </p:txBody>
      </p:sp>
    </p:spTree>
    <p:extLst>
      <p:ext uri="{BB962C8B-B14F-4D97-AF65-F5344CB8AC3E}">
        <p14:creationId xmlns:p14="http://schemas.microsoft.com/office/powerpoint/2010/main" val="53491864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425D16B-934A-4DDA-AA9D-F9317AC24A5D}" type="slidenum">
              <a:rPr lang="en-US" smtClean="0"/>
              <a:t>38</a:t>
            </a:fld>
            <a:endParaRPr lang="en-US"/>
          </a:p>
        </p:txBody>
      </p:sp>
    </p:spTree>
    <p:extLst>
      <p:ext uri="{BB962C8B-B14F-4D97-AF65-F5344CB8AC3E}">
        <p14:creationId xmlns:p14="http://schemas.microsoft.com/office/powerpoint/2010/main" val="79359664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425D16B-934A-4DDA-AA9D-F9317AC24A5D}" type="slidenum">
              <a:rPr lang="en-US" smtClean="0"/>
              <a:t>39</a:t>
            </a:fld>
            <a:endParaRPr lang="en-US"/>
          </a:p>
        </p:txBody>
      </p:sp>
    </p:spTree>
    <p:extLst>
      <p:ext uri="{BB962C8B-B14F-4D97-AF65-F5344CB8AC3E}">
        <p14:creationId xmlns:p14="http://schemas.microsoft.com/office/powerpoint/2010/main" val="3636310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425D16B-934A-4DDA-AA9D-F9317AC24A5D}" type="slidenum">
              <a:rPr lang="en-US" smtClean="0"/>
              <a:t>40</a:t>
            </a:fld>
            <a:endParaRPr lang="en-US"/>
          </a:p>
        </p:txBody>
      </p:sp>
    </p:spTree>
    <p:extLst>
      <p:ext uri="{BB962C8B-B14F-4D97-AF65-F5344CB8AC3E}">
        <p14:creationId xmlns:p14="http://schemas.microsoft.com/office/powerpoint/2010/main" val="132608587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425D16B-934A-4DDA-AA9D-F9317AC24A5D}" type="slidenum">
              <a:rPr lang="en-US" smtClean="0"/>
              <a:t>41</a:t>
            </a:fld>
            <a:endParaRPr lang="en-US"/>
          </a:p>
        </p:txBody>
      </p:sp>
    </p:spTree>
    <p:extLst>
      <p:ext uri="{BB962C8B-B14F-4D97-AF65-F5344CB8AC3E}">
        <p14:creationId xmlns:p14="http://schemas.microsoft.com/office/powerpoint/2010/main" val="67846285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 compare</a:t>
            </a:r>
            <a:r>
              <a:rPr lang="en-US" baseline="0" dirty="0" smtClean="0"/>
              <a:t> current file in working copy and previous version, later version,… of that file.</a:t>
            </a:r>
            <a:endParaRPr lang="en-US" dirty="0"/>
          </a:p>
        </p:txBody>
      </p:sp>
      <p:sp>
        <p:nvSpPr>
          <p:cNvPr id="4" name="Slide Number Placeholder 3"/>
          <p:cNvSpPr>
            <a:spLocks noGrp="1"/>
          </p:cNvSpPr>
          <p:nvPr>
            <p:ph type="sldNum" sz="quarter" idx="10"/>
          </p:nvPr>
        </p:nvSpPr>
        <p:spPr/>
        <p:txBody>
          <a:bodyPr/>
          <a:lstStyle/>
          <a:p>
            <a:fld id="{A425D16B-934A-4DDA-AA9D-F9317AC24A5D}" type="slidenum">
              <a:rPr lang="en-US" smtClean="0"/>
              <a:t>42</a:t>
            </a:fld>
            <a:endParaRPr lang="en-US"/>
          </a:p>
        </p:txBody>
      </p:sp>
    </p:spTree>
    <p:extLst>
      <p:ext uri="{BB962C8B-B14F-4D97-AF65-F5344CB8AC3E}">
        <p14:creationId xmlns:p14="http://schemas.microsoft.com/office/powerpoint/2010/main" val="252226099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 compare</a:t>
            </a:r>
            <a:r>
              <a:rPr lang="en-US" baseline="0" dirty="0" smtClean="0"/>
              <a:t> current file in working copy and previous version, later version,… of that file.</a:t>
            </a:r>
            <a:endParaRPr lang="en-US" dirty="0"/>
          </a:p>
        </p:txBody>
      </p:sp>
      <p:sp>
        <p:nvSpPr>
          <p:cNvPr id="4" name="Slide Number Placeholder 3"/>
          <p:cNvSpPr>
            <a:spLocks noGrp="1"/>
          </p:cNvSpPr>
          <p:nvPr>
            <p:ph type="sldNum" sz="quarter" idx="10"/>
          </p:nvPr>
        </p:nvSpPr>
        <p:spPr/>
        <p:txBody>
          <a:bodyPr/>
          <a:lstStyle/>
          <a:p>
            <a:fld id="{A425D16B-934A-4DDA-AA9D-F9317AC24A5D}" type="slidenum">
              <a:rPr lang="en-US" smtClean="0"/>
              <a:t>43</a:t>
            </a:fld>
            <a:endParaRPr lang="en-US"/>
          </a:p>
        </p:txBody>
      </p:sp>
    </p:spTree>
    <p:extLst>
      <p:ext uri="{BB962C8B-B14F-4D97-AF65-F5344CB8AC3E}">
        <p14:creationId xmlns:p14="http://schemas.microsoft.com/office/powerpoint/2010/main" val="370079177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 compare</a:t>
            </a:r>
            <a:r>
              <a:rPr lang="en-US" baseline="0" dirty="0" smtClean="0"/>
              <a:t> current file in working copy and previous version, later version,… of that file.</a:t>
            </a:r>
            <a:endParaRPr lang="en-US" dirty="0"/>
          </a:p>
        </p:txBody>
      </p:sp>
      <p:sp>
        <p:nvSpPr>
          <p:cNvPr id="4" name="Slide Number Placeholder 3"/>
          <p:cNvSpPr>
            <a:spLocks noGrp="1"/>
          </p:cNvSpPr>
          <p:nvPr>
            <p:ph type="sldNum" sz="quarter" idx="10"/>
          </p:nvPr>
        </p:nvSpPr>
        <p:spPr/>
        <p:txBody>
          <a:bodyPr/>
          <a:lstStyle/>
          <a:p>
            <a:fld id="{A425D16B-934A-4DDA-AA9D-F9317AC24A5D}" type="slidenum">
              <a:rPr lang="en-US" smtClean="0"/>
              <a:t>44</a:t>
            </a:fld>
            <a:endParaRPr lang="en-US"/>
          </a:p>
        </p:txBody>
      </p:sp>
    </p:spTree>
    <p:extLst>
      <p:ext uri="{BB962C8B-B14F-4D97-AF65-F5344CB8AC3E}">
        <p14:creationId xmlns:p14="http://schemas.microsoft.com/office/powerpoint/2010/main" val="29513666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a:t>
            </a:r>
            <a:r>
              <a:rPr lang="en-US" baseline="0" dirty="0" smtClean="0"/>
              <a:t> release final output</a:t>
            </a:r>
            <a:endParaRPr lang="en-US" dirty="0"/>
          </a:p>
        </p:txBody>
      </p:sp>
      <p:sp>
        <p:nvSpPr>
          <p:cNvPr id="4" name="Slide Number Placeholder 3"/>
          <p:cNvSpPr>
            <a:spLocks noGrp="1"/>
          </p:cNvSpPr>
          <p:nvPr>
            <p:ph type="sldNum" sz="quarter" idx="10"/>
          </p:nvPr>
        </p:nvSpPr>
        <p:spPr/>
        <p:txBody>
          <a:bodyPr/>
          <a:lstStyle/>
          <a:p>
            <a:fld id="{A425D16B-934A-4DDA-AA9D-F9317AC24A5D}" type="slidenum">
              <a:rPr lang="en-US" smtClean="0"/>
              <a:t>45</a:t>
            </a:fld>
            <a:endParaRPr lang="en-US"/>
          </a:p>
        </p:txBody>
      </p:sp>
    </p:spTree>
    <p:extLst>
      <p:ext uri="{BB962C8B-B14F-4D97-AF65-F5344CB8AC3E}">
        <p14:creationId xmlns:p14="http://schemas.microsoft.com/office/powerpoint/2010/main" val="173312263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a:t>
            </a:r>
            <a:r>
              <a:rPr lang="en-US" baseline="0" dirty="0" smtClean="0"/>
              <a:t> release final output</a:t>
            </a:r>
            <a:endParaRPr lang="en-US" dirty="0"/>
          </a:p>
        </p:txBody>
      </p:sp>
      <p:sp>
        <p:nvSpPr>
          <p:cNvPr id="4" name="Slide Number Placeholder 3"/>
          <p:cNvSpPr>
            <a:spLocks noGrp="1"/>
          </p:cNvSpPr>
          <p:nvPr>
            <p:ph type="sldNum" sz="quarter" idx="10"/>
          </p:nvPr>
        </p:nvSpPr>
        <p:spPr/>
        <p:txBody>
          <a:bodyPr/>
          <a:lstStyle/>
          <a:p>
            <a:fld id="{A425D16B-934A-4DDA-AA9D-F9317AC24A5D}" type="slidenum">
              <a:rPr lang="en-US" smtClean="0"/>
              <a:t>46</a:t>
            </a:fld>
            <a:endParaRPr lang="en-US"/>
          </a:p>
        </p:txBody>
      </p:sp>
    </p:spTree>
    <p:extLst>
      <p:ext uri="{BB962C8B-B14F-4D97-AF65-F5344CB8AC3E}">
        <p14:creationId xmlns:p14="http://schemas.microsoft.com/office/powerpoint/2010/main" val="323311971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a:t>
            </a:r>
            <a:r>
              <a:rPr lang="en-US" baseline="0" dirty="0" smtClean="0"/>
              <a:t> release final output</a:t>
            </a:r>
            <a:endParaRPr lang="en-US" dirty="0"/>
          </a:p>
        </p:txBody>
      </p:sp>
      <p:sp>
        <p:nvSpPr>
          <p:cNvPr id="4" name="Slide Number Placeholder 3"/>
          <p:cNvSpPr>
            <a:spLocks noGrp="1"/>
          </p:cNvSpPr>
          <p:nvPr>
            <p:ph type="sldNum" sz="quarter" idx="10"/>
          </p:nvPr>
        </p:nvSpPr>
        <p:spPr/>
        <p:txBody>
          <a:bodyPr/>
          <a:lstStyle/>
          <a:p>
            <a:fld id="{A425D16B-934A-4DDA-AA9D-F9317AC24A5D}" type="slidenum">
              <a:rPr lang="en-US" smtClean="0"/>
              <a:t>47</a:t>
            </a:fld>
            <a:endParaRPr lang="en-US"/>
          </a:p>
        </p:txBody>
      </p:sp>
    </p:spTree>
    <p:extLst>
      <p:ext uri="{BB962C8B-B14F-4D97-AF65-F5344CB8AC3E}">
        <p14:creationId xmlns:p14="http://schemas.microsoft.com/office/powerpoint/2010/main" val="293211991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a:t>
            </a:r>
            <a:r>
              <a:rPr lang="en-US" baseline="0" dirty="0" smtClean="0"/>
              <a:t> release final output</a:t>
            </a:r>
            <a:endParaRPr lang="en-US" dirty="0"/>
          </a:p>
        </p:txBody>
      </p:sp>
      <p:sp>
        <p:nvSpPr>
          <p:cNvPr id="4" name="Slide Number Placeholder 3"/>
          <p:cNvSpPr>
            <a:spLocks noGrp="1"/>
          </p:cNvSpPr>
          <p:nvPr>
            <p:ph type="sldNum" sz="quarter" idx="10"/>
          </p:nvPr>
        </p:nvSpPr>
        <p:spPr/>
        <p:txBody>
          <a:bodyPr/>
          <a:lstStyle/>
          <a:p>
            <a:fld id="{A425D16B-934A-4DDA-AA9D-F9317AC24A5D}" type="slidenum">
              <a:rPr lang="en-US" smtClean="0"/>
              <a:t>48</a:t>
            </a:fld>
            <a:endParaRPr lang="en-US"/>
          </a:p>
        </p:txBody>
      </p:sp>
    </p:spTree>
    <p:extLst>
      <p:ext uri="{BB962C8B-B14F-4D97-AF65-F5344CB8AC3E}">
        <p14:creationId xmlns:p14="http://schemas.microsoft.com/office/powerpoint/2010/main" val="24718628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 compare</a:t>
            </a:r>
            <a:r>
              <a:rPr lang="en-US" baseline="0" dirty="0" smtClean="0"/>
              <a:t> current file in working copy and previous version, later version,… of that file.</a:t>
            </a:r>
            <a:endParaRPr lang="en-US" dirty="0"/>
          </a:p>
        </p:txBody>
      </p:sp>
      <p:sp>
        <p:nvSpPr>
          <p:cNvPr id="4" name="Slide Number Placeholder 3"/>
          <p:cNvSpPr>
            <a:spLocks noGrp="1"/>
          </p:cNvSpPr>
          <p:nvPr>
            <p:ph type="sldNum" sz="quarter" idx="10"/>
          </p:nvPr>
        </p:nvSpPr>
        <p:spPr/>
        <p:txBody>
          <a:bodyPr/>
          <a:lstStyle/>
          <a:p>
            <a:fld id="{A425D16B-934A-4DDA-AA9D-F9317AC24A5D}" type="slidenum">
              <a:rPr lang="en-US" smtClean="0"/>
              <a:t>49</a:t>
            </a:fld>
            <a:endParaRPr lang="en-US"/>
          </a:p>
        </p:txBody>
      </p:sp>
    </p:spTree>
    <p:extLst>
      <p:ext uri="{BB962C8B-B14F-4D97-AF65-F5344CB8AC3E}">
        <p14:creationId xmlns:p14="http://schemas.microsoft.com/office/powerpoint/2010/main" val="338262269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 compare</a:t>
            </a:r>
            <a:r>
              <a:rPr lang="en-US" baseline="0" dirty="0" smtClean="0"/>
              <a:t> current file in working copy and previous version, later version,… of that file.</a:t>
            </a:r>
            <a:endParaRPr lang="en-US" dirty="0"/>
          </a:p>
        </p:txBody>
      </p:sp>
      <p:sp>
        <p:nvSpPr>
          <p:cNvPr id="4" name="Slide Number Placeholder 3"/>
          <p:cNvSpPr>
            <a:spLocks noGrp="1"/>
          </p:cNvSpPr>
          <p:nvPr>
            <p:ph type="sldNum" sz="quarter" idx="10"/>
          </p:nvPr>
        </p:nvSpPr>
        <p:spPr/>
        <p:txBody>
          <a:bodyPr/>
          <a:lstStyle/>
          <a:p>
            <a:fld id="{A425D16B-934A-4DDA-AA9D-F9317AC24A5D}" type="slidenum">
              <a:rPr lang="en-US" smtClean="0"/>
              <a:t>50</a:t>
            </a:fld>
            <a:endParaRPr lang="en-US"/>
          </a:p>
        </p:txBody>
      </p:sp>
    </p:spTree>
    <p:extLst>
      <p:ext uri="{BB962C8B-B14F-4D97-AF65-F5344CB8AC3E}">
        <p14:creationId xmlns:p14="http://schemas.microsoft.com/office/powerpoint/2010/main" val="9902010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a:t>
            </a:r>
            <a:r>
              <a:rPr lang="en-US" baseline="0" dirty="0" smtClean="0"/>
              <a:t> release final output</a:t>
            </a:r>
            <a:endParaRPr lang="en-US" dirty="0"/>
          </a:p>
        </p:txBody>
      </p:sp>
      <p:sp>
        <p:nvSpPr>
          <p:cNvPr id="4" name="Slide Number Placeholder 3"/>
          <p:cNvSpPr>
            <a:spLocks noGrp="1"/>
          </p:cNvSpPr>
          <p:nvPr>
            <p:ph type="sldNum" sz="quarter" idx="10"/>
          </p:nvPr>
        </p:nvSpPr>
        <p:spPr/>
        <p:txBody>
          <a:bodyPr/>
          <a:lstStyle/>
          <a:p>
            <a:fld id="{A425D16B-934A-4DDA-AA9D-F9317AC24A5D}" type="slidenum">
              <a:rPr lang="en-US" smtClean="0"/>
              <a:t>51</a:t>
            </a:fld>
            <a:endParaRPr lang="en-US"/>
          </a:p>
        </p:txBody>
      </p:sp>
    </p:spTree>
    <p:extLst>
      <p:ext uri="{BB962C8B-B14F-4D97-AF65-F5344CB8AC3E}">
        <p14:creationId xmlns:p14="http://schemas.microsoft.com/office/powerpoint/2010/main" val="314514223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a:t>
            </a:r>
            <a:r>
              <a:rPr lang="en-US" baseline="0" dirty="0" smtClean="0"/>
              <a:t> release final output</a:t>
            </a:r>
            <a:endParaRPr lang="en-US" dirty="0"/>
          </a:p>
        </p:txBody>
      </p:sp>
      <p:sp>
        <p:nvSpPr>
          <p:cNvPr id="4" name="Slide Number Placeholder 3"/>
          <p:cNvSpPr>
            <a:spLocks noGrp="1"/>
          </p:cNvSpPr>
          <p:nvPr>
            <p:ph type="sldNum" sz="quarter" idx="10"/>
          </p:nvPr>
        </p:nvSpPr>
        <p:spPr/>
        <p:txBody>
          <a:bodyPr/>
          <a:lstStyle/>
          <a:p>
            <a:fld id="{A425D16B-934A-4DDA-AA9D-F9317AC24A5D}" type="slidenum">
              <a:rPr lang="en-US" smtClean="0"/>
              <a:t>52</a:t>
            </a:fld>
            <a:endParaRPr lang="en-US"/>
          </a:p>
        </p:txBody>
      </p:sp>
    </p:spTree>
    <p:extLst>
      <p:ext uri="{BB962C8B-B14F-4D97-AF65-F5344CB8AC3E}">
        <p14:creationId xmlns:p14="http://schemas.microsoft.com/office/powerpoint/2010/main" val="204981159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a:t>
            </a:r>
            <a:r>
              <a:rPr lang="en-US" baseline="0" dirty="0" smtClean="0"/>
              <a:t> release final output</a:t>
            </a:r>
            <a:endParaRPr lang="en-US" dirty="0"/>
          </a:p>
        </p:txBody>
      </p:sp>
      <p:sp>
        <p:nvSpPr>
          <p:cNvPr id="4" name="Slide Number Placeholder 3"/>
          <p:cNvSpPr>
            <a:spLocks noGrp="1"/>
          </p:cNvSpPr>
          <p:nvPr>
            <p:ph type="sldNum" sz="quarter" idx="10"/>
          </p:nvPr>
        </p:nvSpPr>
        <p:spPr/>
        <p:txBody>
          <a:bodyPr/>
          <a:lstStyle/>
          <a:p>
            <a:fld id="{A425D16B-934A-4DDA-AA9D-F9317AC24A5D}" type="slidenum">
              <a:rPr lang="en-US" smtClean="0"/>
              <a:t>53</a:t>
            </a:fld>
            <a:endParaRPr lang="en-US"/>
          </a:p>
        </p:txBody>
      </p:sp>
    </p:spTree>
    <p:extLst>
      <p:ext uri="{BB962C8B-B14F-4D97-AF65-F5344CB8AC3E}">
        <p14:creationId xmlns:p14="http://schemas.microsoft.com/office/powerpoint/2010/main" val="187468010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a:t>
            </a:r>
            <a:r>
              <a:rPr lang="en-US" baseline="0" dirty="0" smtClean="0"/>
              <a:t> release final output</a:t>
            </a:r>
            <a:endParaRPr lang="en-US" dirty="0"/>
          </a:p>
        </p:txBody>
      </p:sp>
      <p:sp>
        <p:nvSpPr>
          <p:cNvPr id="4" name="Slide Number Placeholder 3"/>
          <p:cNvSpPr>
            <a:spLocks noGrp="1"/>
          </p:cNvSpPr>
          <p:nvPr>
            <p:ph type="sldNum" sz="quarter" idx="10"/>
          </p:nvPr>
        </p:nvSpPr>
        <p:spPr/>
        <p:txBody>
          <a:bodyPr/>
          <a:lstStyle/>
          <a:p>
            <a:fld id="{A425D16B-934A-4DDA-AA9D-F9317AC24A5D}" type="slidenum">
              <a:rPr lang="en-US" smtClean="0"/>
              <a:t>54</a:t>
            </a:fld>
            <a:endParaRPr lang="en-US"/>
          </a:p>
        </p:txBody>
      </p:sp>
    </p:spTree>
    <p:extLst>
      <p:ext uri="{BB962C8B-B14F-4D97-AF65-F5344CB8AC3E}">
        <p14:creationId xmlns:p14="http://schemas.microsoft.com/office/powerpoint/2010/main" val="91163093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a:t>
            </a:r>
            <a:r>
              <a:rPr lang="en-US" baseline="0" dirty="0" smtClean="0"/>
              <a:t> release final output</a:t>
            </a:r>
            <a:endParaRPr lang="en-US" dirty="0"/>
          </a:p>
        </p:txBody>
      </p:sp>
      <p:sp>
        <p:nvSpPr>
          <p:cNvPr id="4" name="Slide Number Placeholder 3"/>
          <p:cNvSpPr>
            <a:spLocks noGrp="1"/>
          </p:cNvSpPr>
          <p:nvPr>
            <p:ph type="sldNum" sz="quarter" idx="10"/>
          </p:nvPr>
        </p:nvSpPr>
        <p:spPr/>
        <p:txBody>
          <a:bodyPr/>
          <a:lstStyle/>
          <a:p>
            <a:fld id="{A425D16B-934A-4DDA-AA9D-F9317AC24A5D}" type="slidenum">
              <a:rPr lang="en-US" smtClean="0"/>
              <a:t>55</a:t>
            </a:fld>
            <a:endParaRPr lang="en-US"/>
          </a:p>
        </p:txBody>
      </p:sp>
    </p:spTree>
    <p:extLst>
      <p:ext uri="{BB962C8B-B14F-4D97-AF65-F5344CB8AC3E}">
        <p14:creationId xmlns:p14="http://schemas.microsoft.com/office/powerpoint/2010/main" val="138357311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a:t>
            </a:r>
            <a:r>
              <a:rPr lang="en-US" baseline="0" dirty="0" smtClean="0"/>
              <a:t> release final output</a:t>
            </a:r>
            <a:endParaRPr lang="en-US" dirty="0"/>
          </a:p>
        </p:txBody>
      </p:sp>
      <p:sp>
        <p:nvSpPr>
          <p:cNvPr id="4" name="Slide Number Placeholder 3"/>
          <p:cNvSpPr>
            <a:spLocks noGrp="1"/>
          </p:cNvSpPr>
          <p:nvPr>
            <p:ph type="sldNum" sz="quarter" idx="10"/>
          </p:nvPr>
        </p:nvSpPr>
        <p:spPr/>
        <p:txBody>
          <a:bodyPr/>
          <a:lstStyle/>
          <a:p>
            <a:fld id="{A425D16B-934A-4DDA-AA9D-F9317AC24A5D}" type="slidenum">
              <a:rPr lang="en-US" smtClean="0"/>
              <a:t>56</a:t>
            </a:fld>
            <a:endParaRPr lang="en-US"/>
          </a:p>
        </p:txBody>
      </p:sp>
    </p:spTree>
    <p:extLst>
      <p:ext uri="{BB962C8B-B14F-4D97-AF65-F5344CB8AC3E}">
        <p14:creationId xmlns:p14="http://schemas.microsoft.com/office/powerpoint/2010/main" val="389993376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425D16B-934A-4DDA-AA9D-F9317AC24A5D}" type="slidenum">
              <a:rPr lang="en-US" smtClean="0"/>
              <a:t>58</a:t>
            </a:fld>
            <a:endParaRPr lang="en-US"/>
          </a:p>
        </p:txBody>
      </p:sp>
    </p:spTree>
    <p:extLst>
      <p:ext uri="{BB962C8B-B14F-4D97-AF65-F5344CB8AC3E}">
        <p14:creationId xmlns:p14="http://schemas.microsoft.com/office/powerpoint/2010/main" val="298775745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425D16B-934A-4DDA-AA9D-F9317AC24A5D}" type="slidenum">
              <a:rPr lang="en-US" smtClean="0"/>
              <a:t>59</a:t>
            </a:fld>
            <a:endParaRPr lang="en-US"/>
          </a:p>
        </p:txBody>
      </p:sp>
    </p:spTree>
    <p:extLst>
      <p:ext uri="{BB962C8B-B14F-4D97-AF65-F5344CB8AC3E}">
        <p14:creationId xmlns:p14="http://schemas.microsoft.com/office/powerpoint/2010/main" val="129531806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425D16B-934A-4DDA-AA9D-F9317AC24A5D}" type="slidenum">
              <a:rPr lang="en-US" smtClean="0"/>
              <a:t>60</a:t>
            </a:fld>
            <a:endParaRPr lang="en-US"/>
          </a:p>
        </p:txBody>
      </p:sp>
    </p:spTree>
    <p:extLst>
      <p:ext uri="{BB962C8B-B14F-4D97-AF65-F5344CB8AC3E}">
        <p14:creationId xmlns:p14="http://schemas.microsoft.com/office/powerpoint/2010/main" val="65200941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425D16B-934A-4DDA-AA9D-F9317AC24A5D}" type="slidenum">
              <a:rPr lang="en-US" smtClean="0"/>
              <a:t>61</a:t>
            </a:fld>
            <a:endParaRPr lang="en-US"/>
          </a:p>
        </p:txBody>
      </p:sp>
    </p:spTree>
    <p:extLst>
      <p:ext uri="{BB962C8B-B14F-4D97-AF65-F5344CB8AC3E}">
        <p14:creationId xmlns:p14="http://schemas.microsoft.com/office/powerpoint/2010/main" val="47050561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425D16B-934A-4DDA-AA9D-F9317AC24A5D}" type="slidenum">
              <a:rPr lang="en-US" smtClean="0"/>
              <a:t>62</a:t>
            </a:fld>
            <a:endParaRPr lang="en-US"/>
          </a:p>
        </p:txBody>
      </p:sp>
    </p:spTree>
    <p:extLst>
      <p:ext uri="{BB962C8B-B14F-4D97-AF65-F5344CB8AC3E}">
        <p14:creationId xmlns:p14="http://schemas.microsoft.com/office/powerpoint/2010/main" val="245376734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icture + grey badge">
    <p:spTree>
      <p:nvGrpSpPr>
        <p:cNvPr id="1" name=""/>
        <p:cNvGrpSpPr/>
        <p:nvPr/>
      </p:nvGrpSpPr>
      <p:grpSpPr>
        <a:xfrm>
          <a:off x="0" y="0"/>
          <a:ext cx="0" cy="0"/>
          <a:chOff x="0" y="0"/>
          <a:chExt cx="0" cy="0"/>
        </a:xfrm>
      </p:grpSpPr>
      <p:sp>
        <p:nvSpPr>
          <p:cNvPr id="10" name="Bildplatzhalter 2"/>
          <p:cNvSpPr>
            <a:spLocks noGrp="1"/>
          </p:cNvSpPr>
          <p:nvPr>
            <p:ph type="pic" sz="quarter" idx="14"/>
          </p:nvPr>
        </p:nvSpPr>
        <p:spPr>
          <a:xfrm>
            <a:off x="468000" y="0"/>
            <a:ext cx="11253600" cy="6156000"/>
          </a:xfrm>
        </p:spPr>
        <p:txBody>
          <a:bodyPr lIns="144000" tIns="144000">
            <a:normAutofit/>
          </a:bodyPr>
          <a:lstStyle>
            <a:lvl1pPr>
              <a:defRPr sz="1000"/>
            </a:lvl1pPr>
          </a:lstStyle>
          <a:p>
            <a:r>
              <a:rPr lang="ja-JP" altLang="en-US"/>
              <a:t>図を追加</a:t>
            </a:r>
            <a:endParaRPr lang="en-US" dirty="0"/>
          </a:p>
        </p:txBody>
      </p:sp>
      <p:sp>
        <p:nvSpPr>
          <p:cNvPr id="12" name="Textplatzhalter 11"/>
          <p:cNvSpPr>
            <a:spLocks noGrp="1"/>
          </p:cNvSpPr>
          <p:nvPr>
            <p:ph type="body" sz="quarter" idx="11" hasCustomPrompt="1"/>
          </p:nvPr>
        </p:nvSpPr>
        <p:spPr>
          <a:xfrm>
            <a:off x="1080000" y="-1"/>
            <a:ext cx="5040000" cy="2592000"/>
          </a:xfrm>
          <a:solidFill>
            <a:schemeClr val="tx2"/>
          </a:solidFill>
        </p:spPr>
        <p:txBody>
          <a:bodyPr lIns="252000" tIns="252000" rIns="252000" bIns="252000" anchor="b" anchorCtr="0">
            <a:noAutofit/>
          </a:bodyPr>
          <a:lstStyle>
            <a:lvl1pPr>
              <a:lnSpc>
                <a:spcPct val="90000"/>
              </a:lnSpc>
              <a:spcAft>
                <a:spcPts val="0"/>
              </a:spcAft>
              <a:defRPr sz="3600" b="1" cap="all" baseline="0">
                <a:solidFill>
                  <a:schemeClr val="bg1"/>
                </a:solidFill>
                <a:latin typeface="+mj-lt"/>
              </a:defRPr>
            </a:lvl1pPr>
            <a:lvl2pPr marL="0" indent="0">
              <a:spcBef>
                <a:spcPts val="600"/>
              </a:spcBef>
              <a:spcAft>
                <a:spcPts val="0"/>
              </a:spcAft>
              <a:buNone/>
              <a:defRPr sz="2000" b="1" cap="all">
                <a:solidFill>
                  <a:schemeClr val="bg1"/>
                </a:solidFill>
                <a:latin typeface="+mj-lt"/>
              </a:defRPr>
            </a:lvl2pPr>
            <a:lvl3pPr>
              <a:defRPr b="1">
                <a:solidFill>
                  <a:schemeClr val="bg1"/>
                </a:solidFill>
                <a:latin typeface="+mj-lt"/>
              </a:defRPr>
            </a:lvl3pPr>
            <a:lvl4pPr>
              <a:defRPr>
                <a:solidFill>
                  <a:schemeClr val="bg1"/>
                </a:solidFill>
                <a:latin typeface="+mj-lt"/>
              </a:defRPr>
            </a:lvl4pPr>
            <a:lvl5pPr>
              <a:defRPr>
                <a:solidFill>
                  <a:schemeClr val="bg1"/>
                </a:solidFill>
                <a:latin typeface="+mj-lt"/>
              </a:defRPr>
            </a:lvl5pPr>
          </a:lstStyle>
          <a:p>
            <a:pPr lvl="0"/>
            <a:r>
              <a:rPr lang="de-DE" dirty="0"/>
              <a:t>Textmasterformat</a:t>
            </a:r>
            <a:br>
              <a:rPr lang="de-DE" dirty="0"/>
            </a:br>
            <a:r>
              <a:rPr lang="de-DE" dirty="0"/>
              <a:t>bearbeiten</a:t>
            </a:r>
          </a:p>
          <a:p>
            <a:pPr lvl="1"/>
            <a:r>
              <a:rPr lang="de-DE" dirty="0"/>
              <a:t>Zweite Ebene</a:t>
            </a:r>
          </a:p>
        </p:txBody>
      </p:sp>
      <p:sp>
        <p:nvSpPr>
          <p:cNvPr id="9" name="Textplatzhalter 11"/>
          <p:cNvSpPr>
            <a:spLocks noGrp="1"/>
          </p:cNvSpPr>
          <p:nvPr>
            <p:ph type="body" sz="quarter" idx="13"/>
          </p:nvPr>
        </p:nvSpPr>
        <p:spPr>
          <a:xfrm>
            <a:off x="1080000" y="2700000"/>
            <a:ext cx="5040000" cy="609737"/>
          </a:xfrm>
          <a:solidFill>
            <a:srgbClr val="9D9D9D"/>
          </a:solidFill>
        </p:spPr>
        <p:txBody>
          <a:bodyPr lIns="252000" tIns="180000" rIns="180000" bIns="180000" anchor="t" anchorCtr="0">
            <a:spAutoFit/>
          </a:bodyPr>
          <a:lstStyle>
            <a:lvl1pPr>
              <a:lnSpc>
                <a:spcPct val="100000"/>
              </a:lnSpc>
              <a:spcBef>
                <a:spcPts val="0"/>
              </a:spcBef>
              <a:spcAft>
                <a:spcPts val="0"/>
              </a:spcAft>
              <a:defRPr sz="1600" b="0" cap="all" baseline="0">
                <a:solidFill>
                  <a:schemeClr val="bg1"/>
                </a:solidFill>
                <a:latin typeface="+mj-lt"/>
              </a:defRPr>
            </a:lvl1pPr>
            <a:lvl2pPr marL="0" indent="0">
              <a:spcBef>
                <a:spcPts val="600"/>
              </a:spcBef>
              <a:spcAft>
                <a:spcPts val="0"/>
              </a:spcAft>
              <a:buNone/>
              <a:defRPr sz="1600" b="0" cap="none">
                <a:solidFill>
                  <a:schemeClr val="bg1"/>
                </a:solidFill>
                <a:latin typeface="+mj-lt"/>
              </a:defRPr>
            </a:lvl2pPr>
            <a:lvl3pPr>
              <a:defRPr b="1">
                <a:solidFill>
                  <a:schemeClr val="bg1"/>
                </a:solidFill>
                <a:latin typeface="+mj-lt"/>
              </a:defRPr>
            </a:lvl3pPr>
            <a:lvl4pPr>
              <a:defRPr>
                <a:solidFill>
                  <a:schemeClr val="bg1"/>
                </a:solidFill>
                <a:latin typeface="+mj-lt"/>
              </a:defRPr>
            </a:lvl4pPr>
            <a:lvl5pPr>
              <a:defRPr>
                <a:solidFill>
                  <a:schemeClr val="bg1"/>
                </a:solidFill>
                <a:latin typeface="+mj-lt"/>
              </a:defRPr>
            </a:lvl5pPr>
          </a:lstStyle>
          <a:p>
            <a:pPr lvl="0"/>
            <a:r>
              <a:rPr lang="ja-JP" altLang="en-US"/>
              <a:t>マスター テキストの書式設定</a:t>
            </a:r>
          </a:p>
        </p:txBody>
      </p:sp>
      <p:pic>
        <p:nvPicPr>
          <p:cNvPr id="5" name="Bild 4" descr="Badge_grey.png" hidden="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84432" y="0"/>
            <a:ext cx="1419800" cy="1275442"/>
          </a:xfrm>
          <a:prstGeom prst="rect">
            <a:avLst/>
          </a:prstGeom>
        </p:spPr>
      </p:pic>
      <p:sp>
        <p:nvSpPr>
          <p:cNvPr id="3" name="Textplatzhalter 2"/>
          <p:cNvSpPr>
            <a:spLocks noGrp="1"/>
          </p:cNvSpPr>
          <p:nvPr>
            <p:ph type="body" sz="quarter" idx="15"/>
          </p:nvPr>
        </p:nvSpPr>
        <p:spPr>
          <a:xfrm>
            <a:off x="9986400" y="4881600"/>
            <a:ext cx="1418400" cy="1274400"/>
          </a:xfrm>
          <a:blipFill>
            <a:blip r:embed="rId3"/>
            <a:stretch>
              <a:fillRect/>
            </a:stretch>
          </a:blipFill>
        </p:spPr>
        <p:txBody>
          <a:bodyPr>
            <a:noAutofit/>
          </a:bodyPr>
          <a:lstStyle>
            <a:lvl1pPr>
              <a:defRPr sz="800" baseline="0">
                <a:solidFill>
                  <a:schemeClr val="bg1">
                    <a:lumMod val="85000"/>
                  </a:schemeClr>
                </a:solidFill>
              </a:defRPr>
            </a:lvl1pPr>
          </a:lstStyle>
          <a:p>
            <a:pPr lvl="0"/>
            <a:r>
              <a:rPr lang="ja-JP" altLang="en-US"/>
              <a:t>マスター テキストの書式設定</a:t>
            </a:r>
          </a:p>
        </p:txBody>
      </p:sp>
    </p:spTree>
    <p:extLst>
      <p:ext uri="{BB962C8B-B14F-4D97-AF65-F5344CB8AC3E}">
        <p14:creationId xmlns:p14="http://schemas.microsoft.com/office/powerpoint/2010/main" val="7164778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_grey + badge">
    <p:spTree>
      <p:nvGrpSpPr>
        <p:cNvPr id="1" name=""/>
        <p:cNvGrpSpPr/>
        <p:nvPr/>
      </p:nvGrpSpPr>
      <p:grpSpPr>
        <a:xfrm>
          <a:off x="0" y="0"/>
          <a:ext cx="0" cy="0"/>
          <a:chOff x="0" y="0"/>
          <a:chExt cx="0" cy="0"/>
        </a:xfrm>
      </p:grpSpPr>
      <p:sp>
        <p:nvSpPr>
          <p:cNvPr id="10" name="Rechteck 9"/>
          <p:cNvSpPr/>
          <p:nvPr userDrawn="1"/>
        </p:nvSpPr>
        <p:spPr>
          <a:xfrm>
            <a:off x="468000" y="0"/>
            <a:ext cx="11253600" cy="6156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2" name="Textplatzhalter 11"/>
          <p:cNvSpPr>
            <a:spLocks noGrp="1"/>
          </p:cNvSpPr>
          <p:nvPr>
            <p:ph type="body" sz="quarter" idx="11" hasCustomPrompt="1"/>
          </p:nvPr>
        </p:nvSpPr>
        <p:spPr>
          <a:xfrm>
            <a:off x="1080000" y="-1"/>
            <a:ext cx="5040000" cy="2592000"/>
          </a:xfrm>
          <a:solidFill>
            <a:schemeClr val="tx2"/>
          </a:solidFill>
        </p:spPr>
        <p:txBody>
          <a:bodyPr lIns="252000" tIns="252000" rIns="180000" bIns="252000" anchor="b" anchorCtr="0">
            <a:noAutofit/>
          </a:bodyPr>
          <a:lstStyle>
            <a:lvl1pPr>
              <a:lnSpc>
                <a:spcPct val="90000"/>
              </a:lnSpc>
              <a:spcAft>
                <a:spcPts val="0"/>
              </a:spcAft>
              <a:defRPr sz="3600" b="1" cap="all" baseline="0">
                <a:solidFill>
                  <a:schemeClr val="bg1"/>
                </a:solidFill>
                <a:latin typeface="+mj-lt"/>
              </a:defRPr>
            </a:lvl1pPr>
            <a:lvl2pPr marL="0" indent="0">
              <a:spcBef>
                <a:spcPts val="600"/>
              </a:spcBef>
              <a:spcAft>
                <a:spcPts val="0"/>
              </a:spcAft>
              <a:buNone/>
              <a:defRPr sz="2000" b="1" cap="all">
                <a:solidFill>
                  <a:schemeClr val="bg1"/>
                </a:solidFill>
                <a:latin typeface="+mj-lt"/>
              </a:defRPr>
            </a:lvl2pPr>
            <a:lvl3pPr>
              <a:defRPr b="1">
                <a:solidFill>
                  <a:schemeClr val="bg1"/>
                </a:solidFill>
                <a:latin typeface="+mj-lt"/>
              </a:defRPr>
            </a:lvl3pPr>
            <a:lvl4pPr>
              <a:defRPr>
                <a:solidFill>
                  <a:schemeClr val="bg1"/>
                </a:solidFill>
                <a:latin typeface="+mj-lt"/>
              </a:defRPr>
            </a:lvl4pPr>
            <a:lvl5pPr>
              <a:defRPr>
                <a:solidFill>
                  <a:schemeClr val="bg1"/>
                </a:solidFill>
                <a:latin typeface="+mj-lt"/>
              </a:defRPr>
            </a:lvl5pPr>
          </a:lstStyle>
          <a:p>
            <a:pPr lvl="0"/>
            <a:r>
              <a:rPr lang="de-DE" dirty="0"/>
              <a:t>Textmasterformat</a:t>
            </a:r>
            <a:br>
              <a:rPr lang="de-DE" dirty="0"/>
            </a:br>
            <a:r>
              <a:rPr lang="de-DE" dirty="0"/>
              <a:t>bearbeiten</a:t>
            </a:r>
          </a:p>
          <a:p>
            <a:pPr lvl="1"/>
            <a:r>
              <a:rPr lang="de-DE" dirty="0"/>
              <a:t>Zweite Ebene</a:t>
            </a:r>
          </a:p>
        </p:txBody>
      </p:sp>
      <p:sp>
        <p:nvSpPr>
          <p:cNvPr id="9" name="Textplatzhalter 11"/>
          <p:cNvSpPr>
            <a:spLocks noGrp="1"/>
          </p:cNvSpPr>
          <p:nvPr>
            <p:ph type="body" sz="quarter" idx="13"/>
          </p:nvPr>
        </p:nvSpPr>
        <p:spPr>
          <a:xfrm>
            <a:off x="1080000" y="2700000"/>
            <a:ext cx="5040000" cy="609737"/>
          </a:xfrm>
          <a:solidFill>
            <a:schemeClr val="bg1"/>
          </a:solidFill>
        </p:spPr>
        <p:txBody>
          <a:bodyPr lIns="252000" tIns="180000" rIns="180000" bIns="180000" anchor="t" anchorCtr="0">
            <a:spAutoFit/>
          </a:bodyPr>
          <a:lstStyle>
            <a:lvl1pPr>
              <a:lnSpc>
                <a:spcPct val="100000"/>
              </a:lnSpc>
              <a:spcBef>
                <a:spcPts val="0"/>
              </a:spcBef>
              <a:spcAft>
                <a:spcPts val="0"/>
              </a:spcAft>
              <a:defRPr sz="1600" b="0" cap="all" baseline="0">
                <a:solidFill>
                  <a:schemeClr val="accent1"/>
                </a:solidFill>
                <a:latin typeface="+mj-lt"/>
              </a:defRPr>
            </a:lvl1pPr>
            <a:lvl2pPr marL="0" indent="0">
              <a:spcBef>
                <a:spcPts val="600"/>
              </a:spcBef>
              <a:spcAft>
                <a:spcPts val="0"/>
              </a:spcAft>
              <a:buNone/>
              <a:defRPr sz="1600" b="0" cap="none">
                <a:solidFill>
                  <a:schemeClr val="bg1"/>
                </a:solidFill>
                <a:latin typeface="+mj-lt"/>
              </a:defRPr>
            </a:lvl2pPr>
            <a:lvl3pPr>
              <a:defRPr b="1">
                <a:solidFill>
                  <a:schemeClr val="bg1"/>
                </a:solidFill>
                <a:latin typeface="+mj-lt"/>
              </a:defRPr>
            </a:lvl3pPr>
            <a:lvl4pPr>
              <a:defRPr>
                <a:solidFill>
                  <a:schemeClr val="bg1"/>
                </a:solidFill>
                <a:latin typeface="+mj-lt"/>
              </a:defRPr>
            </a:lvl4pPr>
            <a:lvl5pPr>
              <a:defRPr>
                <a:solidFill>
                  <a:schemeClr val="bg1"/>
                </a:solidFill>
                <a:latin typeface="+mj-lt"/>
              </a:defRPr>
            </a:lvl5pPr>
          </a:lstStyle>
          <a:p>
            <a:pPr lvl="0"/>
            <a:r>
              <a:rPr lang="ja-JP" altLang="en-US"/>
              <a:t>マスター テキストの書式設定</a:t>
            </a:r>
          </a:p>
        </p:txBody>
      </p:sp>
      <p:sp>
        <p:nvSpPr>
          <p:cNvPr id="6" name="Textplatzhalter 2"/>
          <p:cNvSpPr>
            <a:spLocks noGrp="1"/>
          </p:cNvSpPr>
          <p:nvPr>
            <p:ph type="body" sz="quarter" idx="15"/>
          </p:nvPr>
        </p:nvSpPr>
        <p:spPr>
          <a:xfrm>
            <a:off x="9986400" y="4881600"/>
            <a:ext cx="1418400" cy="1274400"/>
          </a:xfrm>
          <a:blipFill>
            <a:blip r:embed="rId2"/>
            <a:stretch>
              <a:fillRect/>
            </a:stretch>
          </a:blipFill>
        </p:spPr>
        <p:txBody>
          <a:bodyPr>
            <a:noAutofit/>
          </a:bodyPr>
          <a:lstStyle>
            <a:lvl1pPr>
              <a:defRPr sz="800">
                <a:solidFill>
                  <a:srgbClr val="BFBEBE"/>
                </a:solidFill>
              </a:defRPr>
            </a:lvl1pPr>
          </a:lstStyle>
          <a:p>
            <a:pPr lvl="0"/>
            <a:r>
              <a:rPr lang="ja-JP" altLang="en-US"/>
              <a:t>マスター テキストの書式設定</a:t>
            </a:r>
          </a:p>
        </p:txBody>
      </p:sp>
    </p:spTree>
    <p:extLst>
      <p:ext uri="{BB962C8B-B14F-4D97-AF65-F5344CB8AC3E}">
        <p14:creationId xmlns:p14="http://schemas.microsoft.com/office/powerpoint/2010/main" val="20934292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ja-JP" altLang="en-US"/>
              <a:t>マスター タイトルの書式設定</a:t>
            </a:r>
            <a:endParaRPr lang="en-US" dirty="0"/>
          </a:p>
        </p:txBody>
      </p:sp>
      <p:sp>
        <p:nvSpPr>
          <p:cNvPr id="3" name="Foliennummernplatzhalter 2"/>
          <p:cNvSpPr>
            <a:spLocks noGrp="1"/>
          </p:cNvSpPr>
          <p:nvPr>
            <p:ph type="sldNum" sz="quarter" idx="10"/>
          </p:nvPr>
        </p:nvSpPr>
        <p:spPr/>
        <p:txBody>
          <a:bodyPr/>
          <a:lstStyle/>
          <a:p>
            <a:pPr algn="l"/>
            <a:r>
              <a:rPr lang="de-DE" dirty="0"/>
              <a:t>Page </a:t>
            </a:r>
            <a:fld id="{3FD030EF-7044-4946-962A-5D7D09BD1B34}" type="slidenum">
              <a:rPr lang="de-DE" smtClean="0"/>
              <a:pPr algn="l"/>
              <a:t>‹#›</a:t>
            </a:fld>
            <a:endParaRPr lang="de-DE" dirty="0"/>
          </a:p>
        </p:txBody>
      </p:sp>
      <p:sp>
        <p:nvSpPr>
          <p:cNvPr id="4" name="Inhaltsplatzhalter 2"/>
          <p:cNvSpPr>
            <a:spLocks noGrp="1"/>
          </p:cNvSpPr>
          <p:nvPr>
            <p:ph idx="1"/>
          </p:nvPr>
        </p:nvSpPr>
        <p:spPr>
          <a:xfrm>
            <a:off x="1080000" y="1800000"/>
            <a:ext cx="9000000" cy="295466"/>
          </a:xfrm>
          <a:ln>
            <a:noFill/>
          </a:ln>
        </p:spPr>
        <p:txBody>
          <a:bodyPr>
            <a:spAutoFit/>
          </a:bodyPr>
          <a:lstStyle>
            <a:lvl1pPr marL="177800" indent="-177800">
              <a:spcAft>
                <a:spcPts val="1800"/>
              </a:spcAft>
              <a:buClr>
                <a:schemeClr val="tx2"/>
              </a:buClr>
              <a:buFont typeface="Wingdings" panose="05000000000000000000" pitchFamily="2" charset="2"/>
              <a:buChar char="§"/>
              <a:tabLst>
                <a:tab pos="7177088" algn="r"/>
              </a:tabLst>
              <a:defRPr sz="1600"/>
            </a:lvl1pPr>
          </a:lstStyle>
          <a:p>
            <a:pPr lvl="0"/>
            <a:r>
              <a:rPr lang="ja-JP" altLang="en-US"/>
              <a:t>マスター テキストの書式設定</a:t>
            </a:r>
          </a:p>
        </p:txBody>
      </p:sp>
      <p:cxnSp>
        <p:nvCxnSpPr>
          <p:cNvPr id="5" name="Gerade Verbindung 4"/>
          <p:cNvCxnSpPr/>
          <p:nvPr userDrawn="1"/>
        </p:nvCxnSpPr>
        <p:spPr>
          <a:xfrm>
            <a:off x="1080000" y="1512000"/>
            <a:ext cx="2400000" cy="0"/>
          </a:xfrm>
          <a:prstGeom prst="line">
            <a:avLst/>
          </a:prstGeom>
          <a:ln w="38100">
            <a:solidFill>
              <a:schemeClr val="bg2">
                <a:lumMod val="50000"/>
              </a:schemeClr>
            </a:solidFill>
            <a:miter lim="800000"/>
          </a:ln>
        </p:spPr>
        <p:style>
          <a:lnRef idx="1">
            <a:schemeClr val="accent1"/>
          </a:lnRef>
          <a:fillRef idx="0">
            <a:schemeClr val="accent1"/>
          </a:fillRef>
          <a:effectRef idx="0">
            <a:schemeClr val="accent1"/>
          </a:effectRef>
          <a:fontRef idx="minor">
            <a:schemeClr val="tx1"/>
          </a:fontRef>
        </p:style>
      </p:cxnSp>
      <p:sp>
        <p:nvSpPr>
          <p:cNvPr id="7" name="Foliennummernplatzhalter 5"/>
          <p:cNvSpPr txBox="1">
            <a:spLocks/>
          </p:cNvSpPr>
          <p:nvPr userDrawn="1"/>
        </p:nvSpPr>
        <p:spPr>
          <a:xfrm>
            <a:off x="7966800" y="6516000"/>
            <a:ext cx="1647887" cy="161583"/>
          </a:xfrm>
          <a:prstGeom prst="rect">
            <a:avLst/>
          </a:prstGeom>
        </p:spPr>
        <p:txBody>
          <a:bodyPr vert="horz" wrap="square" lIns="0" tIns="0" rIns="0" bIns="0" rtlCol="0" anchor="ctr">
            <a:spAutoFit/>
          </a:bodyPr>
          <a:lstStyle>
            <a:defPPr>
              <a:defRPr lang="de-DE"/>
            </a:defPPr>
            <a:lvl1pPr marL="0" algn="r" defTabSz="914400" rtl="0" eaLnBrk="1" latinLnBrk="0" hangingPunct="1">
              <a:defRPr lang="en-US" sz="1050" b="1" i="0" u="none" strike="noStrike" kern="1200" baseline="0" smtClean="0">
                <a:solidFill>
                  <a:schemeClr val="tx2"/>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tabLst/>
            </a:pPr>
            <a:r>
              <a:rPr lang="en-US" sz="1050" b="1" i="0" u="none" strike="noStrike" kern="1200" baseline="0" dirty="0">
                <a:solidFill>
                  <a:schemeClr val="tx1">
                    <a:lumMod val="60000"/>
                    <a:lumOff val="40000"/>
                  </a:schemeClr>
                </a:solidFill>
                <a:latin typeface="+mj-lt"/>
                <a:ea typeface="+mn-ea"/>
                <a:cs typeface="+mn-cs"/>
              </a:rPr>
              <a:t>BIG IDEAS FOR EVERY SPACE</a:t>
            </a:r>
          </a:p>
        </p:txBody>
      </p:sp>
    </p:spTree>
    <p:extLst>
      <p:ext uri="{BB962C8B-B14F-4D97-AF65-F5344CB8AC3E}">
        <p14:creationId xmlns:p14="http://schemas.microsoft.com/office/powerpoint/2010/main" val="35444303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Content">
    <p:spTree>
      <p:nvGrpSpPr>
        <p:cNvPr id="1" name=""/>
        <p:cNvGrpSpPr/>
        <p:nvPr/>
      </p:nvGrpSpPr>
      <p:grpSpPr>
        <a:xfrm>
          <a:off x="0" y="0"/>
          <a:ext cx="0" cy="0"/>
          <a:chOff x="0" y="0"/>
          <a:chExt cx="0" cy="0"/>
        </a:xfrm>
      </p:grpSpPr>
      <p:sp>
        <p:nvSpPr>
          <p:cNvPr id="2" name="Titel 1"/>
          <p:cNvSpPr>
            <a:spLocks noGrp="1"/>
          </p:cNvSpPr>
          <p:nvPr>
            <p:ph type="title"/>
          </p:nvPr>
        </p:nvSpPr>
        <p:spPr>
          <a:xfrm>
            <a:off x="1080000" y="936000"/>
            <a:ext cx="9000000" cy="443198"/>
          </a:xfrm>
        </p:spPr>
        <p:txBody>
          <a:bodyPr/>
          <a:lstStyle/>
          <a:p>
            <a:r>
              <a:rPr lang="ja-JP" altLang="en-US"/>
              <a:t>マスター タイトルの書式設定</a:t>
            </a:r>
            <a:endParaRPr lang="en-US" dirty="0"/>
          </a:p>
        </p:txBody>
      </p:sp>
      <p:sp>
        <p:nvSpPr>
          <p:cNvPr id="3" name="Foliennummernplatzhalter 2"/>
          <p:cNvSpPr>
            <a:spLocks noGrp="1"/>
          </p:cNvSpPr>
          <p:nvPr>
            <p:ph type="sldNum" sz="quarter" idx="10"/>
          </p:nvPr>
        </p:nvSpPr>
        <p:spPr/>
        <p:txBody>
          <a:bodyPr/>
          <a:lstStyle/>
          <a:p>
            <a:pPr algn="l"/>
            <a:r>
              <a:rPr lang="de-DE" dirty="0"/>
              <a:t>Page </a:t>
            </a:r>
            <a:fld id="{3FD030EF-7044-4946-962A-5D7D09BD1B34}" type="slidenum">
              <a:rPr lang="de-DE" smtClean="0"/>
              <a:pPr algn="l"/>
              <a:t>‹#›</a:t>
            </a:fld>
            <a:endParaRPr lang="de-DE" dirty="0"/>
          </a:p>
        </p:txBody>
      </p:sp>
      <p:sp>
        <p:nvSpPr>
          <p:cNvPr id="4" name="Inhaltsplatzhalter 2"/>
          <p:cNvSpPr>
            <a:spLocks noGrp="1"/>
          </p:cNvSpPr>
          <p:nvPr>
            <p:ph idx="1"/>
          </p:nvPr>
        </p:nvSpPr>
        <p:spPr>
          <a:xfrm>
            <a:off x="1080000" y="1800000"/>
            <a:ext cx="9000000" cy="1887696"/>
          </a:xfrm>
        </p:spPr>
        <p:txBody>
          <a:bodyPr/>
          <a:lstStyle>
            <a:lvl1pPr>
              <a:lnSpc>
                <a:spcPct val="120000"/>
              </a:lnSpc>
              <a:spcBef>
                <a:spcPts val="0"/>
              </a:spcBef>
              <a:spcAft>
                <a:spcPts val="800"/>
              </a:spcAft>
              <a:defRPr sz="1600"/>
            </a:lvl1pPr>
            <a:lvl2pPr>
              <a:lnSpc>
                <a:spcPct val="120000"/>
              </a:lnSpc>
              <a:spcBef>
                <a:spcPts val="0"/>
              </a:spcBef>
              <a:spcAft>
                <a:spcPts val="800"/>
              </a:spcAft>
              <a:defRPr sz="1600"/>
            </a:lvl2pPr>
            <a:lvl3pPr>
              <a:lnSpc>
                <a:spcPct val="120000"/>
              </a:lnSpc>
              <a:spcBef>
                <a:spcPts val="0"/>
              </a:spcBef>
              <a:spcAft>
                <a:spcPts val="800"/>
              </a:spcAft>
              <a:defRPr sz="1600"/>
            </a:lvl3pPr>
            <a:lvl4pPr>
              <a:lnSpc>
                <a:spcPct val="120000"/>
              </a:lnSpc>
              <a:spcBef>
                <a:spcPts val="0"/>
              </a:spcBef>
              <a:spcAft>
                <a:spcPts val="800"/>
              </a:spcAft>
              <a:defRPr sz="1600"/>
            </a:lvl4pPr>
            <a:lvl5pPr>
              <a:lnSpc>
                <a:spcPct val="120000"/>
              </a:lnSpc>
              <a:spcBef>
                <a:spcPts val="0"/>
              </a:spcBef>
              <a:spcAft>
                <a:spcPts val="800"/>
              </a:spcAft>
              <a:defRPr sz="160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cxnSp>
        <p:nvCxnSpPr>
          <p:cNvPr id="5" name="Gerade Verbindung 4"/>
          <p:cNvCxnSpPr/>
          <p:nvPr userDrawn="1"/>
        </p:nvCxnSpPr>
        <p:spPr>
          <a:xfrm>
            <a:off x="1080000" y="1512000"/>
            <a:ext cx="2400000" cy="0"/>
          </a:xfrm>
          <a:prstGeom prst="line">
            <a:avLst/>
          </a:prstGeom>
          <a:ln w="38100">
            <a:solidFill>
              <a:schemeClr val="bg2">
                <a:lumMod val="50000"/>
              </a:schemeClr>
            </a:solidFill>
            <a:miter lim="800000"/>
          </a:ln>
        </p:spPr>
        <p:style>
          <a:lnRef idx="1">
            <a:schemeClr val="accent1"/>
          </a:lnRef>
          <a:fillRef idx="0">
            <a:schemeClr val="accent1"/>
          </a:fillRef>
          <a:effectRef idx="0">
            <a:schemeClr val="accent1"/>
          </a:effectRef>
          <a:fontRef idx="minor">
            <a:schemeClr val="tx1"/>
          </a:fontRef>
        </p:style>
      </p:cxnSp>
      <p:sp>
        <p:nvSpPr>
          <p:cNvPr id="6" name="Foliennummernplatzhalter 5"/>
          <p:cNvSpPr txBox="1">
            <a:spLocks/>
          </p:cNvSpPr>
          <p:nvPr userDrawn="1"/>
        </p:nvSpPr>
        <p:spPr>
          <a:xfrm>
            <a:off x="7966800" y="6516000"/>
            <a:ext cx="1647887" cy="161583"/>
          </a:xfrm>
          <a:prstGeom prst="rect">
            <a:avLst/>
          </a:prstGeom>
        </p:spPr>
        <p:txBody>
          <a:bodyPr vert="horz" wrap="square" lIns="0" tIns="0" rIns="0" bIns="0" rtlCol="0" anchor="ctr">
            <a:spAutoFit/>
          </a:bodyPr>
          <a:lstStyle>
            <a:defPPr>
              <a:defRPr lang="de-DE"/>
            </a:defPPr>
            <a:lvl1pPr marL="0" algn="r" defTabSz="914400" rtl="0" eaLnBrk="1" latinLnBrk="0" hangingPunct="1">
              <a:defRPr lang="en-US" sz="1050" b="1" i="0" u="none" strike="noStrike" kern="1200" baseline="0" smtClean="0">
                <a:solidFill>
                  <a:schemeClr val="tx2"/>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tabLst/>
            </a:pPr>
            <a:r>
              <a:rPr lang="en-US" sz="1050" b="1" i="0" u="none" strike="noStrike" kern="1200" baseline="0" dirty="0">
                <a:solidFill>
                  <a:schemeClr val="tx1">
                    <a:lumMod val="60000"/>
                    <a:lumOff val="40000"/>
                  </a:schemeClr>
                </a:solidFill>
                <a:latin typeface="+mj-lt"/>
                <a:ea typeface="+mn-ea"/>
                <a:cs typeface="+mn-cs"/>
              </a:rPr>
              <a:t>BIG IDEAS FOR EVERY SPACE</a:t>
            </a:r>
          </a:p>
        </p:txBody>
      </p:sp>
    </p:spTree>
    <p:extLst>
      <p:ext uri="{BB962C8B-B14F-4D97-AF65-F5344CB8AC3E}">
        <p14:creationId xmlns:p14="http://schemas.microsoft.com/office/powerpoint/2010/main" val="38918458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Text 2col">
    <p:spTree>
      <p:nvGrpSpPr>
        <p:cNvPr id="1" name=""/>
        <p:cNvGrpSpPr/>
        <p:nvPr/>
      </p:nvGrpSpPr>
      <p:grpSpPr>
        <a:xfrm>
          <a:off x="0" y="0"/>
          <a:ext cx="0" cy="0"/>
          <a:chOff x="0" y="0"/>
          <a:chExt cx="0" cy="0"/>
        </a:xfrm>
      </p:grpSpPr>
      <p:sp>
        <p:nvSpPr>
          <p:cNvPr id="2" name="Titel 1"/>
          <p:cNvSpPr>
            <a:spLocks noGrp="1"/>
          </p:cNvSpPr>
          <p:nvPr>
            <p:ph type="title"/>
          </p:nvPr>
        </p:nvSpPr>
        <p:spPr>
          <a:xfrm>
            <a:off x="1080000" y="936000"/>
            <a:ext cx="9000000" cy="443198"/>
          </a:xfrm>
        </p:spPr>
        <p:txBody>
          <a:bodyPr/>
          <a:lstStyle/>
          <a:p>
            <a:r>
              <a:rPr lang="ja-JP" altLang="en-US"/>
              <a:t>マスター タイトルの書式設定</a:t>
            </a:r>
            <a:endParaRPr lang="en-US"/>
          </a:p>
        </p:txBody>
      </p:sp>
      <p:sp>
        <p:nvSpPr>
          <p:cNvPr id="3" name="Foliennummernplatzhalter 2"/>
          <p:cNvSpPr>
            <a:spLocks noGrp="1"/>
          </p:cNvSpPr>
          <p:nvPr>
            <p:ph type="sldNum" sz="quarter" idx="10"/>
          </p:nvPr>
        </p:nvSpPr>
        <p:spPr/>
        <p:txBody>
          <a:bodyPr/>
          <a:lstStyle/>
          <a:p>
            <a:pPr algn="l"/>
            <a:r>
              <a:rPr lang="de-DE" dirty="0"/>
              <a:t>Page </a:t>
            </a:r>
            <a:fld id="{3FD030EF-7044-4946-962A-5D7D09BD1B34}" type="slidenum">
              <a:rPr lang="de-DE" smtClean="0"/>
              <a:pPr algn="l"/>
              <a:t>‹#›</a:t>
            </a:fld>
            <a:endParaRPr lang="de-DE" dirty="0"/>
          </a:p>
        </p:txBody>
      </p:sp>
      <p:cxnSp>
        <p:nvCxnSpPr>
          <p:cNvPr id="5" name="Gerade Verbindung 4"/>
          <p:cNvCxnSpPr/>
          <p:nvPr userDrawn="1"/>
        </p:nvCxnSpPr>
        <p:spPr>
          <a:xfrm>
            <a:off x="1080000" y="1512000"/>
            <a:ext cx="2400000" cy="0"/>
          </a:xfrm>
          <a:prstGeom prst="line">
            <a:avLst/>
          </a:prstGeom>
          <a:ln w="38100">
            <a:solidFill>
              <a:schemeClr val="bg2">
                <a:lumMod val="50000"/>
              </a:schemeClr>
            </a:solidFill>
            <a:miter lim="800000"/>
          </a:ln>
        </p:spPr>
        <p:style>
          <a:lnRef idx="1">
            <a:schemeClr val="accent1"/>
          </a:lnRef>
          <a:fillRef idx="0">
            <a:schemeClr val="accent1"/>
          </a:fillRef>
          <a:effectRef idx="0">
            <a:schemeClr val="accent1"/>
          </a:effectRef>
          <a:fontRef idx="minor">
            <a:schemeClr val="tx1"/>
          </a:fontRef>
        </p:style>
      </p:cxnSp>
      <p:sp>
        <p:nvSpPr>
          <p:cNvPr id="13" name="Textplatzhalter 4"/>
          <p:cNvSpPr>
            <a:spLocks noGrp="1"/>
          </p:cNvSpPr>
          <p:nvPr>
            <p:ph type="body" sz="quarter" idx="14"/>
          </p:nvPr>
        </p:nvSpPr>
        <p:spPr>
          <a:xfrm>
            <a:off x="1080000" y="1800000"/>
            <a:ext cx="4860000" cy="1887696"/>
          </a:xfrm>
        </p:spPr>
        <p:txBody>
          <a:bodyPr>
            <a:sp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4" name="Textplatzhalter 4"/>
          <p:cNvSpPr>
            <a:spLocks noGrp="1"/>
          </p:cNvSpPr>
          <p:nvPr>
            <p:ph type="body" sz="quarter" idx="15"/>
          </p:nvPr>
        </p:nvSpPr>
        <p:spPr>
          <a:xfrm>
            <a:off x="6300000" y="1800000"/>
            <a:ext cx="4860000" cy="1887696"/>
          </a:xfrm>
        </p:spPr>
        <p:txBody>
          <a:bodyPr>
            <a:sp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Foliennummernplatzhalter 5"/>
          <p:cNvSpPr txBox="1">
            <a:spLocks/>
          </p:cNvSpPr>
          <p:nvPr userDrawn="1"/>
        </p:nvSpPr>
        <p:spPr>
          <a:xfrm>
            <a:off x="7966800" y="6516000"/>
            <a:ext cx="1647887" cy="161583"/>
          </a:xfrm>
          <a:prstGeom prst="rect">
            <a:avLst/>
          </a:prstGeom>
        </p:spPr>
        <p:txBody>
          <a:bodyPr vert="horz" wrap="square" lIns="0" tIns="0" rIns="0" bIns="0" rtlCol="0" anchor="ctr">
            <a:spAutoFit/>
          </a:bodyPr>
          <a:lstStyle>
            <a:defPPr>
              <a:defRPr lang="de-DE"/>
            </a:defPPr>
            <a:lvl1pPr marL="0" algn="r" defTabSz="914400" rtl="0" eaLnBrk="1" latinLnBrk="0" hangingPunct="1">
              <a:defRPr lang="en-US" sz="1050" b="1" i="0" u="none" strike="noStrike" kern="1200" baseline="0" smtClean="0">
                <a:solidFill>
                  <a:schemeClr val="tx2"/>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tabLst/>
            </a:pPr>
            <a:r>
              <a:rPr lang="en-US" sz="1050" b="1" i="0" u="none" strike="noStrike" kern="1200" baseline="0" dirty="0">
                <a:solidFill>
                  <a:schemeClr val="tx1">
                    <a:lumMod val="60000"/>
                    <a:lumOff val="40000"/>
                  </a:schemeClr>
                </a:solidFill>
                <a:latin typeface="+mj-lt"/>
                <a:ea typeface="+mn-ea"/>
                <a:cs typeface="+mn-cs"/>
              </a:rPr>
              <a:t>BIG IDEAS FOR EVERY SPACE</a:t>
            </a:r>
          </a:p>
        </p:txBody>
      </p:sp>
    </p:spTree>
    <p:extLst>
      <p:ext uri="{BB962C8B-B14F-4D97-AF65-F5344CB8AC3E}">
        <p14:creationId xmlns:p14="http://schemas.microsoft.com/office/powerpoint/2010/main" val="32915064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Text +1 Picture">
    <p:spTree>
      <p:nvGrpSpPr>
        <p:cNvPr id="1" name=""/>
        <p:cNvGrpSpPr/>
        <p:nvPr/>
      </p:nvGrpSpPr>
      <p:grpSpPr>
        <a:xfrm>
          <a:off x="0" y="0"/>
          <a:ext cx="0" cy="0"/>
          <a:chOff x="0" y="0"/>
          <a:chExt cx="0" cy="0"/>
        </a:xfrm>
      </p:grpSpPr>
      <p:sp>
        <p:nvSpPr>
          <p:cNvPr id="2" name="Titel 1"/>
          <p:cNvSpPr>
            <a:spLocks noGrp="1"/>
          </p:cNvSpPr>
          <p:nvPr>
            <p:ph type="title"/>
          </p:nvPr>
        </p:nvSpPr>
        <p:spPr>
          <a:xfrm>
            <a:off x="1080000" y="936000"/>
            <a:ext cx="9000000" cy="443198"/>
          </a:xfrm>
        </p:spPr>
        <p:txBody>
          <a:bodyPr/>
          <a:lstStyle/>
          <a:p>
            <a:r>
              <a:rPr lang="ja-JP" altLang="en-US"/>
              <a:t>マスター タイトルの書式設定</a:t>
            </a:r>
            <a:endParaRPr lang="en-US"/>
          </a:p>
        </p:txBody>
      </p:sp>
      <p:sp>
        <p:nvSpPr>
          <p:cNvPr id="3" name="Foliennummernplatzhalter 2"/>
          <p:cNvSpPr>
            <a:spLocks noGrp="1"/>
          </p:cNvSpPr>
          <p:nvPr>
            <p:ph type="sldNum" sz="quarter" idx="10"/>
          </p:nvPr>
        </p:nvSpPr>
        <p:spPr/>
        <p:txBody>
          <a:bodyPr/>
          <a:lstStyle/>
          <a:p>
            <a:pPr algn="l"/>
            <a:r>
              <a:rPr lang="de-DE" dirty="0"/>
              <a:t>Page </a:t>
            </a:r>
            <a:fld id="{3FD030EF-7044-4946-962A-5D7D09BD1B34}" type="slidenum">
              <a:rPr lang="de-DE" smtClean="0"/>
              <a:pPr algn="l"/>
              <a:t>‹#›</a:t>
            </a:fld>
            <a:endParaRPr lang="de-DE" dirty="0"/>
          </a:p>
        </p:txBody>
      </p:sp>
      <p:cxnSp>
        <p:nvCxnSpPr>
          <p:cNvPr id="5" name="Gerade Verbindung 4"/>
          <p:cNvCxnSpPr/>
          <p:nvPr userDrawn="1"/>
        </p:nvCxnSpPr>
        <p:spPr>
          <a:xfrm>
            <a:off x="1080000" y="1512000"/>
            <a:ext cx="2400000" cy="0"/>
          </a:xfrm>
          <a:prstGeom prst="line">
            <a:avLst/>
          </a:prstGeom>
          <a:ln w="38100">
            <a:solidFill>
              <a:schemeClr val="bg2">
                <a:lumMod val="50000"/>
              </a:schemeClr>
            </a:solidFill>
            <a:miter lim="800000"/>
          </a:ln>
        </p:spPr>
        <p:style>
          <a:lnRef idx="1">
            <a:schemeClr val="accent1"/>
          </a:lnRef>
          <a:fillRef idx="0">
            <a:schemeClr val="accent1"/>
          </a:fillRef>
          <a:effectRef idx="0">
            <a:schemeClr val="accent1"/>
          </a:effectRef>
          <a:fontRef idx="minor">
            <a:schemeClr val="tx1"/>
          </a:fontRef>
        </p:style>
      </p:cxnSp>
      <p:sp>
        <p:nvSpPr>
          <p:cNvPr id="13" name="Textplatzhalter 4"/>
          <p:cNvSpPr>
            <a:spLocks noGrp="1"/>
          </p:cNvSpPr>
          <p:nvPr>
            <p:ph type="body" sz="quarter" idx="14"/>
          </p:nvPr>
        </p:nvSpPr>
        <p:spPr>
          <a:xfrm>
            <a:off x="1080000" y="1800000"/>
            <a:ext cx="4860000" cy="1887696"/>
          </a:xfrm>
        </p:spPr>
        <p:txBody>
          <a:bodyPr>
            <a:sp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5" name="Bildplatzhalter 3"/>
          <p:cNvSpPr>
            <a:spLocks noGrp="1"/>
          </p:cNvSpPr>
          <p:nvPr>
            <p:ph type="pic" sz="quarter" idx="15"/>
          </p:nvPr>
        </p:nvSpPr>
        <p:spPr>
          <a:xfrm>
            <a:off x="6300000" y="1800000"/>
            <a:ext cx="5400000" cy="4248000"/>
          </a:xfrm>
          <a:ln w="6350">
            <a:noFill/>
          </a:ln>
        </p:spPr>
        <p:txBody>
          <a:bodyPr lIns="144000" tIns="144000">
            <a:normAutofit/>
          </a:bodyPr>
          <a:lstStyle>
            <a:lvl1pPr>
              <a:defRPr sz="1000"/>
            </a:lvl1pPr>
          </a:lstStyle>
          <a:p>
            <a:r>
              <a:rPr lang="ja-JP" altLang="en-US"/>
              <a:t>図を追加</a:t>
            </a:r>
            <a:endParaRPr lang="en-US" dirty="0"/>
          </a:p>
        </p:txBody>
      </p:sp>
      <p:sp>
        <p:nvSpPr>
          <p:cNvPr id="7" name="Foliennummernplatzhalter 5"/>
          <p:cNvSpPr txBox="1">
            <a:spLocks/>
          </p:cNvSpPr>
          <p:nvPr userDrawn="1"/>
        </p:nvSpPr>
        <p:spPr>
          <a:xfrm>
            <a:off x="7966800" y="6516000"/>
            <a:ext cx="1647887" cy="161583"/>
          </a:xfrm>
          <a:prstGeom prst="rect">
            <a:avLst/>
          </a:prstGeom>
        </p:spPr>
        <p:txBody>
          <a:bodyPr vert="horz" wrap="square" lIns="0" tIns="0" rIns="0" bIns="0" rtlCol="0" anchor="ctr">
            <a:spAutoFit/>
          </a:bodyPr>
          <a:lstStyle>
            <a:defPPr>
              <a:defRPr lang="de-DE"/>
            </a:defPPr>
            <a:lvl1pPr marL="0" algn="r" defTabSz="914400" rtl="0" eaLnBrk="1" latinLnBrk="0" hangingPunct="1">
              <a:defRPr lang="en-US" sz="1050" b="1" i="0" u="none" strike="noStrike" kern="1200" baseline="0" smtClean="0">
                <a:solidFill>
                  <a:schemeClr val="tx2"/>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tabLst/>
            </a:pPr>
            <a:r>
              <a:rPr lang="en-US" sz="1050" b="1" i="0" u="none" strike="noStrike" kern="1200" baseline="0" dirty="0">
                <a:solidFill>
                  <a:schemeClr val="tx1">
                    <a:lumMod val="60000"/>
                    <a:lumOff val="40000"/>
                  </a:schemeClr>
                </a:solidFill>
                <a:latin typeface="+mj-lt"/>
                <a:ea typeface="+mn-ea"/>
                <a:cs typeface="+mn-cs"/>
              </a:rPr>
              <a:t>BIG IDEAS FOR EVERY SPACE</a:t>
            </a:r>
          </a:p>
        </p:txBody>
      </p:sp>
    </p:spTree>
    <p:extLst>
      <p:ext uri="{BB962C8B-B14F-4D97-AF65-F5344CB8AC3E}">
        <p14:creationId xmlns:p14="http://schemas.microsoft.com/office/powerpoint/2010/main" val="26763138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Text + 4 pictures">
    <p:spTree>
      <p:nvGrpSpPr>
        <p:cNvPr id="1" name=""/>
        <p:cNvGrpSpPr/>
        <p:nvPr/>
      </p:nvGrpSpPr>
      <p:grpSpPr>
        <a:xfrm>
          <a:off x="0" y="0"/>
          <a:ext cx="0" cy="0"/>
          <a:chOff x="0" y="0"/>
          <a:chExt cx="0" cy="0"/>
        </a:xfrm>
      </p:grpSpPr>
      <p:sp>
        <p:nvSpPr>
          <p:cNvPr id="2" name="Titel 1"/>
          <p:cNvSpPr>
            <a:spLocks noGrp="1"/>
          </p:cNvSpPr>
          <p:nvPr>
            <p:ph type="title"/>
          </p:nvPr>
        </p:nvSpPr>
        <p:spPr>
          <a:xfrm>
            <a:off x="1080000" y="936000"/>
            <a:ext cx="9000000" cy="443198"/>
          </a:xfrm>
        </p:spPr>
        <p:txBody>
          <a:bodyPr/>
          <a:lstStyle/>
          <a:p>
            <a:r>
              <a:rPr lang="ja-JP" altLang="en-US"/>
              <a:t>マスター タイトルの書式設定</a:t>
            </a:r>
            <a:endParaRPr lang="en-US"/>
          </a:p>
        </p:txBody>
      </p:sp>
      <p:sp>
        <p:nvSpPr>
          <p:cNvPr id="3" name="Foliennummernplatzhalter 2"/>
          <p:cNvSpPr>
            <a:spLocks noGrp="1"/>
          </p:cNvSpPr>
          <p:nvPr>
            <p:ph type="sldNum" sz="quarter" idx="10"/>
          </p:nvPr>
        </p:nvSpPr>
        <p:spPr/>
        <p:txBody>
          <a:bodyPr/>
          <a:lstStyle/>
          <a:p>
            <a:pPr algn="l"/>
            <a:r>
              <a:rPr lang="de-DE" dirty="0"/>
              <a:t>Page </a:t>
            </a:r>
            <a:fld id="{3FD030EF-7044-4946-962A-5D7D09BD1B34}" type="slidenum">
              <a:rPr lang="de-DE" smtClean="0"/>
              <a:pPr algn="l"/>
              <a:t>‹#›</a:t>
            </a:fld>
            <a:endParaRPr lang="de-DE" dirty="0"/>
          </a:p>
        </p:txBody>
      </p:sp>
      <p:cxnSp>
        <p:nvCxnSpPr>
          <p:cNvPr id="5" name="Gerade Verbindung 4"/>
          <p:cNvCxnSpPr/>
          <p:nvPr userDrawn="1"/>
        </p:nvCxnSpPr>
        <p:spPr>
          <a:xfrm>
            <a:off x="1080000" y="1512000"/>
            <a:ext cx="2400000" cy="0"/>
          </a:xfrm>
          <a:prstGeom prst="line">
            <a:avLst/>
          </a:prstGeom>
          <a:ln w="38100">
            <a:solidFill>
              <a:schemeClr val="bg2">
                <a:lumMod val="50000"/>
              </a:schemeClr>
            </a:solidFill>
            <a:miter lim="800000"/>
          </a:ln>
        </p:spPr>
        <p:style>
          <a:lnRef idx="1">
            <a:schemeClr val="accent1"/>
          </a:lnRef>
          <a:fillRef idx="0">
            <a:schemeClr val="accent1"/>
          </a:fillRef>
          <a:effectRef idx="0">
            <a:schemeClr val="accent1"/>
          </a:effectRef>
          <a:fontRef idx="minor">
            <a:schemeClr val="tx1"/>
          </a:fontRef>
        </p:style>
      </p:cxnSp>
      <p:sp>
        <p:nvSpPr>
          <p:cNvPr id="13" name="Textplatzhalter 4"/>
          <p:cNvSpPr>
            <a:spLocks noGrp="1"/>
          </p:cNvSpPr>
          <p:nvPr>
            <p:ph type="body" sz="quarter" idx="14"/>
          </p:nvPr>
        </p:nvSpPr>
        <p:spPr>
          <a:xfrm>
            <a:off x="1080000" y="1800000"/>
            <a:ext cx="4860000" cy="1887696"/>
          </a:xfrm>
        </p:spPr>
        <p:txBody>
          <a:bodyPr>
            <a:sp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4" name="Bildplatzhalter 3"/>
          <p:cNvSpPr>
            <a:spLocks noGrp="1"/>
          </p:cNvSpPr>
          <p:nvPr>
            <p:ph type="pic" sz="quarter" idx="15"/>
          </p:nvPr>
        </p:nvSpPr>
        <p:spPr>
          <a:xfrm>
            <a:off x="6300000" y="1800000"/>
            <a:ext cx="2628000" cy="1980000"/>
          </a:xfrm>
          <a:ln w="6350">
            <a:solidFill>
              <a:schemeClr val="tx1">
                <a:lumMod val="20000"/>
                <a:lumOff val="80000"/>
              </a:schemeClr>
            </a:solidFill>
          </a:ln>
        </p:spPr>
        <p:txBody>
          <a:bodyPr lIns="144000" tIns="144000">
            <a:normAutofit/>
          </a:bodyPr>
          <a:lstStyle>
            <a:lvl1pPr>
              <a:defRPr sz="1000"/>
            </a:lvl1pPr>
          </a:lstStyle>
          <a:p>
            <a:r>
              <a:rPr lang="ja-JP" altLang="en-US"/>
              <a:t>図を追加</a:t>
            </a:r>
            <a:endParaRPr lang="en-US" dirty="0"/>
          </a:p>
        </p:txBody>
      </p:sp>
      <p:sp>
        <p:nvSpPr>
          <p:cNvPr id="16" name="Bildplatzhalter 3"/>
          <p:cNvSpPr>
            <a:spLocks noGrp="1"/>
          </p:cNvSpPr>
          <p:nvPr>
            <p:ph type="pic" sz="quarter" idx="16"/>
          </p:nvPr>
        </p:nvSpPr>
        <p:spPr>
          <a:xfrm>
            <a:off x="9072352" y="1800000"/>
            <a:ext cx="2628000" cy="1980000"/>
          </a:xfrm>
          <a:ln w="6350">
            <a:solidFill>
              <a:schemeClr val="tx1">
                <a:lumMod val="20000"/>
                <a:lumOff val="80000"/>
              </a:schemeClr>
            </a:solidFill>
          </a:ln>
        </p:spPr>
        <p:txBody>
          <a:bodyPr lIns="144000" tIns="144000">
            <a:normAutofit/>
          </a:bodyPr>
          <a:lstStyle>
            <a:lvl1pPr>
              <a:defRPr sz="1000"/>
            </a:lvl1pPr>
          </a:lstStyle>
          <a:p>
            <a:r>
              <a:rPr lang="ja-JP" altLang="en-US"/>
              <a:t>図を追加</a:t>
            </a:r>
            <a:endParaRPr lang="en-US" dirty="0"/>
          </a:p>
        </p:txBody>
      </p:sp>
      <p:sp>
        <p:nvSpPr>
          <p:cNvPr id="17" name="Bildplatzhalter 3"/>
          <p:cNvSpPr>
            <a:spLocks noGrp="1"/>
          </p:cNvSpPr>
          <p:nvPr>
            <p:ph type="pic" sz="quarter" idx="17"/>
          </p:nvPr>
        </p:nvSpPr>
        <p:spPr>
          <a:xfrm>
            <a:off x="6300000" y="3924000"/>
            <a:ext cx="2628000" cy="1980000"/>
          </a:xfrm>
          <a:ln w="6350">
            <a:solidFill>
              <a:schemeClr val="tx1">
                <a:lumMod val="20000"/>
                <a:lumOff val="80000"/>
              </a:schemeClr>
            </a:solidFill>
          </a:ln>
        </p:spPr>
        <p:txBody>
          <a:bodyPr lIns="144000" tIns="144000">
            <a:normAutofit/>
          </a:bodyPr>
          <a:lstStyle>
            <a:lvl1pPr>
              <a:defRPr sz="1000"/>
            </a:lvl1pPr>
          </a:lstStyle>
          <a:p>
            <a:r>
              <a:rPr lang="ja-JP" altLang="en-US"/>
              <a:t>図を追加</a:t>
            </a:r>
            <a:endParaRPr lang="en-US" dirty="0"/>
          </a:p>
        </p:txBody>
      </p:sp>
      <p:sp>
        <p:nvSpPr>
          <p:cNvPr id="18" name="Bildplatzhalter 3"/>
          <p:cNvSpPr>
            <a:spLocks noGrp="1"/>
          </p:cNvSpPr>
          <p:nvPr>
            <p:ph type="pic" sz="quarter" idx="18"/>
          </p:nvPr>
        </p:nvSpPr>
        <p:spPr>
          <a:xfrm>
            <a:off x="9072352" y="3924000"/>
            <a:ext cx="2628000" cy="1980000"/>
          </a:xfrm>
          <a:ln w="6350">
            <a:solidFill>
              <a:schemeClr val="tx1">
                <a:lumMod val="20000"/>
                <a:lumOff val="80000"/>
              </a:schemeClr>
            </a:solidFill>
          </a:ln>
        </p:spPr>
        <p:txBody>
          <a:bodyPr lIns="144000" tIns="144000">
            <a:normAutofit/>
          </a:bodyPr>
          <a:lstStyle>
            <a:lvl1pPr>
              <a:defRPr sz="1000"/>
            </a:lvl1pPr>
          </a:lstStyle>
          <a:p>
            <a:r>
              <a:rPr lang="ja-JP" altLang="en-US"/>
              <a:t>図を追加</a:t>
            </a:r>
            <a:endParaRPr lang="en-US" dirty="0"/>
          </a:p>
        </p:txBody>
      </p:sp>
      <p:sp>
        <p:nvSpPr>
          <p:cNvPr id="10" name="Foliennummernplatzhalter 5"/>
          <p:cNvSpPr txBox="1">
            <a:spLocks/>
          </p:cNvSpPr>
          <p:nvPr userDrawn="1"/>
        </p:nvSpPr>
        <p:spPr>
          <a:xfrm>
            <a:off x="7966800" y="6516000"/>
            <a:ext cx="1647887" cy="161583"/>
          </a:xfrm>
          <a:prstGeom prst="rect">
            <a:avLst/>
          </a:prstGeom>
        </p:spPr>
        <p:txBody>
          <a:bodyPr vert="horz" wrap="square" lIns="0" tIns="0" rIns="0" bIns="0" rtlCol="0" anchor="ctr">
            <a:spAutoFit/>
          </a:bodyPr>
          <a:lstStyle>
            <a:defPPr>
              <a:defRPr lang="de-DE"/>
            </a:defPPr>
            <a:lvl1pPr marL="0" algn="r" defTabSz="914400" rtl="0" eaLnBrk="1" latinLnBrk="0" hangingPunct="1">
              <a:defRPr lang="en-US" sz="1050" b="1" i="0" u="none" strike="noStrike" kern="1200" baseline="0" smtClean="0">
                <a:solidFill>
                  <a:schemeClr val="tx2"/>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tabLst/>
            </a:pPr>
            <a:r>
              <a:rPr lang="en-US" sz="1050" b="1" i="0" u="none" strike="noStrike" kern="1200" baseline="0" dirty="0">
                <a:solidFill>
                  <a:schemeClr val="tx1">
                    <a:lumMod val="60000"/>
                    <a:lumOff val="40000"/>
                  </a:schemeClr>
                </a:solidFill>
                <a:latin typeface="+mj-lt"/>
                <a:ea typeface="+mn-ea"/>
                <a:cs typeface="+mn-cs"/>
              </a:rPr>
              <a:t>BIG IDEAS FOR EVERY SPACE</a:t>
            </a:r>
          </a:p>
        </p:txBody>
      </p:sp>
    </p:spTree>
    <p:extLst>
      <p:ext uri="{BB962C8B-B14F-4D97-AF65-F5344CB8AC3E}">
        <p14:creationId xmlns:p14="http://schemas.microsoft.com/office/powerpoint/2010/main" val="30053177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 Picture large + Caption">
    <p:spTree>
      <p:nvGrpSpPr>
        <p:cNvPr id="1" name=""/>
        <p:cNvGrpSpPr/>
        <p:nvPr/>
      </p:nvGrpSpPr>
      <p:grpSpPr>
        <a:xfrm>
          <a:off x="0" y="0"/>
          <a:ext cx="0" cy="0"/>
          <a:chOff x="0" y="0"/>
          <a:chExt cx="0" cy="0"/>
        </a:xfrm>
      </p:grpSpPr>
      <p:sp>
        <p:nvSpPr>
          <p:cNvPr id="2" name="Titel 1"/>
          <p:cNvSpPr>
            <a:spLocks noGrp="1"/>
          </p:cNvSpPr>
          <p:nvPr>
            <p:ph type="title"/>
          </p:nvPr>
        </p:nvSpPr>
        <p:spPr>
          <a:xfrm>
            <a:off x="1080000" y="936000"/>
            <a:ext cx="9000000" cy="443198"/>
          </a:xfrm>
        </p:spPr>
        <p:txBody>
          <a:bodyPr/>
          <a:lstStyle/>
          <a:p>
            <a:r>
              <a:rPr lang="ja-JP" altLang="en-US"/>
              <a:t>マスター タイトルの書式設定</a:t>
            </a:r>
            <a:endParaRPr lang="en-US"/>
          </a:p>
        </p:txBody>
      </p:sp>
      <p:sp>
        <p:nvSpPr>
          <p:cNvPr id="3" name="Foliennummernplatzhalter 2"/>
          <p:cNvSpPr>
            <a:spLocks noGrp="1"/>
          </p:cNvSpPr>
          <p:nvPr>
            <p:ph type="sldNum" sz="quarter" idx="10"/>
          </p:nvPr>
        </p:nvSpPr>
        <p:spPr/>
        <p:txBody>
          <a:bodyPr/>
          <a:lstStyle/>
          <a:p>
            <a:pPr algn="l"/>
            <a:r>
              <a:rPr lang="de-DE" dirty="0"/>
              <a:t>Page </a:t>
            </a:r>
            <a:fld id="{3FD030EF-7044-4946-962A-5D7D09BD1B34}" type="slidenum">
              <a:rPr lang="de-DE" smtClean="0"/>
              <a:pPr algn="l"/>
              <a:t>‹#›</a:t>
            </a:fld>
            <a:endParaRPr lang="de-DE" dirty="0"/>
          </a:p>
        </p:txBody>
      </p:sp>
      <p:cxnSp>
        <p:nvCxnSpPr>
          <p:cNvPr id="5" name="Gerade Verbindung 4"/>
          <p:cNvCxnSpPr/>
          <p:nvPr userDrawn="1"/>
        </p:nvCxnSpPr>
        <p:spPr>
          <a:xfrm>
            <a:off x="1080000" y="1512000"/>
            <a:ext cx="2400000" cy="0"/>
          </a:xfrm>
          <a:prstGeom prst="line">
            <a:avLst/>
          </a:prstGeom>
          <a:ln w="38100">
            <a:solidFill>
              <a:schemeClr val="bg2">
                <a:lumMod val="50000"/>
              </a:schemeClr>
            </a:solidFill>
            <a:miter lim="800000"/>
          </a:ln>
        </p:spPr>
        <p:style>
          <a:lnRef idx="1">
            <a:schemeClr val="accent1"/>
          </a:lnRef>
          <a:fillRef idx="0">
            <a:schemeClr val="accent1"/>
          </a:fillRef>
          <a:effectRef idx="0">
            <a:schemeClr val="accent1"/>
          </a:effectRef>
          <a:fontRef idx="minor">
            <a:schemeClr val="tx1"/>
          </a:fontRef>
        </p:style>
      </p:cxnSp>
      <p:sp>
        <p:nvSpPr>
          <p:cNvPr id="19" name="Textplatzhalter 6"/>
          <p:cNvSpPr>
            <a:spLocks noGrp="1"/>
          </p:cNvSpPr>
          <p:nvPr>
            <p:ph type="body" sz="quarter" idx="17"/>
          </p:nvPr>
        </p:nvSpPr>
        <p:spPr>
          <a:xfrm>
            <a:off x="9972000" y="2340000"/>
            <a:ext cx="1728000" cy="1239314"/>
          </a:xfrm>
        </p:spPr>
        <p:txBody>
          <a:bodyPr/>
          <a:lstStyle>
            <a:lvl1pPr>
              <a:defRPr sz="1400"/>
            </a:lvl1pPr>
            <a:lvl2pPr>
              <a:defRPr sz="1400"/>
            </a:lvl2pPr>
            <a:lvl3pPr>
              <a:defRPr sz="1400"/>
            </a:lvl3pPr>
            <a:lvl4pPr>
              <a:defRPr sz="1400"/>
            </a:lvl4pPr>
            <a:lvl5pPr>
              <a:defRPr sz="140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p:txBody>
      </p:sp>
      <p:sp>
        <p:nvSpPr>
          <p:cNvPr id="20" name="Bildplatzhalter 8"/>
          <p:cNvSpPr>
            <a:spLocks noGrp="1"/>
          </p:cNvSpPr>
          <p:nvPr>
            <p:ph type="pic" sz="quarter" idx="18"/>
          </p:nvPr>
        </p:nvSpPr>
        <p:spPr>
          <a:xfrm>
            <a:off x="1080000" y="1800000"/>
            <a:ext cx="8100000" cy="4248000"/>
          </a:xfrm>
        </p:spPr>
        <p:txBody>
          <a:bodyPr lIns="144000" tIns="144000">
            <a:noAutofit/>
          </a:bodyPr>
          <a:lstStyle>
            <a:lvl1pPr>
              <a:defRPr sz="1000"/>
            </a:lvl1pPr>
          </a:lstStyle>
          <a:p>
            <a:r>
              <a:rPr lang="ja-JP" altLang="en-US"/>
              <a:t>図を追加</a:t>
            </a:r>
            <a:endParaRPr lang="en-US" dirty="0"/>
          </a:p>
        </p:txBody>
      </p:sp>
      <p:sp>
        <p:nvSpPr>
          <p:cNvPr id="7" name="Foliennummernplatzhalter 5"/>
          <p:cNvSpPr txBox="1">
            <a:spLocks/>
          </p:cNvSpPr>
          <p:nvPr userDrawn="1"/>
        </p:nvSpPr>
        <p:spPr>
          <a:xfrm>
            <a:off x="7966800" y="6516000"/>
            <a:ext cx="1647887" cy="161583"/>
          </a:xfrm>
          <a:prstGeom prst="rect">
            <a:avLst/>
          </a:prstGeom>
        </p:spPr>
        <p:txBody>
          <a:bodyPr vert="horz" wrap="square" lIns="0" tIns="0" rIns="0" bIns="0" rtlCol="0" anchor="ctr">
            <a:spAutoFit/>
          </a:bodyPr>
          <a:lstStyle>
            <a:defPPr>
              <a:defRPr lang="de-DE"/>
            </a:defPPr>
            <a:lvl1pPr marL="0" algn="r" defTabSz="914400" rtl="0" eaLnBrk="1" latinLnBrk="0" hangingPunct="1">
              <a:defRPr lang="en-US" sz="1050" b="1" i="0" u="none" strike="noStrike" kern="1200" baseline="0" smtClean="0">
                <a:solidFill>
                  <a:schemeClr val="tx2"/>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tabLst/>
            </a:pPr>
            <a:r>
              <a:rPr lang="en-US" sz="1050" b="1" i="0" u="none" strike="noStrike" kern="1200" baseline="0" dirty="0">
                <a:solidFill>
                  <a:schemeClr val="tx1">
                    <a:lumMod val="60000"/>
                    <a:lumOff val="40000"/>
                  </a:schemeClr>
                </a:solidFill>
                <a:latin typeface="+mj-lt"/>
                <a:ea typeface="+mn-ea"/>
                <a:cs typeface="+mn-cs"/>
              </a:rPr>
              <a:t>BIG IDEAS FOR EVERY SPACE</a:t>
            </a:r>
          </a:p>
        </p:txBody>
      </p:sp>
    </p:spTree>
    <p:extLst>
      <p:ext uri="{BB962C8B-B14F-4D97-AF65-F5344CB8AC3E}">
        <p14:creationId xmlns:p14="http://schemas.microsoft.com/office/powerpoint/2010/main" val="33283176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Text + Chart">
    <p:spTree>
      <p:nvGrpSpPr>
        <p:cNvPr id="1" name=""/>
        <p:cNvGrpSpPr/>
        <p:nvPr/>
      </p:nvGrpSpPr>
      <p:grpSpPr>
        <a:xfrm>
          <a:off x="0" y="0"/>
          <a:ext cx="0" cy="0"/>
          <a:chOff x="0" y="0"/>
          <a:chExt cx="0" cy="0"/>
        </a:xfrm>
      </p:grpSpPr>
      <p:sp>
        <p:nvSpPr>
          <p:cNvPr id="2" name="Titel 1"/>
          <p:cNvSpPr>
            <a:spLocks noGrp="1"/>
          </p:cNvSpPr>
          <p:nvPr>
            <p:ph type="title"/>
          </p:nvPr>
        </p:nvSpPr>
        <p:spPr>
          <a:xfrm>
            <a:off x="1080000" y="936000"/>
            <a:ext cx="9000000" cy="443198"/>
          </a:xfrm>
        </p:spPr>
        <p:txBody>
          <a:bodyPr/>
          <a:lstStyle/>
          <a:p>
            <a:r>
              <a:rPr lang="ja-JP" altLang="en-US"/>
              <a:t>マスター タイトルの書式設定</a:t>
            </a:r>
            <a:endParaRPr lang="en-US"/>
          </a:p>
        </p:txBody>
      </p:sp>
      <p:sp>
        <p:nvSpPr>
          <p:cNvPr id="3" name="Foliennummernplatzhalter 2"/>
          <p:cNvSpPr>
            <a:spLocks noGrp="1"/>
          </p:cNvSpPr>
          <p:nvPr>
            <p:ph type="sldNum" sz="quarter" idx="10"/>
          </p:nvPr>
        </p:nvSpPr>
        <p:spPr/>
        <p:txBody>
          <a:bodyPr/>
          <a:lstStyle/>
          <a:p>
            <a:pPr algn="l"/>
            <a:r>
              <a:rPr lang="de-DE" dirty="0"/>
              <a:t>Page </a:t>
            </a:r>
            <a:fld id="{3FD030EF-7044-4946-962A-5D7D09BD1B34}" type="slidenum">
              <a:rPr lang="de-DE" smtClean="0"/>
              <a:pPr algn="l"/>
              <a:t>‹#›</a:t>
            </a:fld>
            <a:endParaRPr lang="de-DE" dirty="0"/>
          </a:p>
        </p:txBody>
      </p:sp>
      <p:cxnSp>
        <p:nvCxnSpPr>
          <p:cNvPr id="5" name="Gerade Verbindung 4"/>
          <p:cNvCxnSpPr/>
          <p:nvPr userDrawn="1"/>
        </p:nvCxnSpPr>
        <p:spPr>
          <a:xfrm>
            <a:off x="1080000" y="1512000"/>
            <a:ext cx="2400000" cy="0"/>
          </a:xfrm>
          <a:prstGeom prst="line">
            <a:avLst/>
          </a:prstGeom>
          <a:ln w="38100">
            <a:solidFill>
              <a:schemeClr val="bg2">
                <a:lumMod val="50000"/>
              </a:schemeClr>
            </a:solidFill>
            <a:miter lim="800000"/>
          </a:ln>
        </p:spPr>
        <p:style>
          <a:lnRef idx="1">
            <a:schemeClr val="accent1"/>
          </a:lnRef>
          <a:fillRef idx="0">
            <a:schemeClr val="accent1"/>
          </a:fillRef>
          <a:effectRef idx="0">
            <a:schemeClr val="accent1"/>
          </a:effectRef>
          <a:fontRef idx="minor">
            <a:schemeClr val="tx1"/>
          </a:fontRef>
        </p:style>
      </p:cxnSp>
      <p:sp>
        <p:nvSpPr>
          <p:cNvPr id="24" name="Diagrammplatzhalter 8"/>
          <p:cNvSpPr>
            <a:spLocks noGrp="1"/>
          </p:cNvSpPr>
          <p:nvPr>
            <p:ph type="chart" sz="quarter" idx="17"/>
          </p:nvPr>
        </p:nvSpPr>
        <p:spPr>
          <a:xfrm>
            <a:off x="6480000" y="1692000"/>
            <a:ext cx="5220000" cy="4248000"/>
          </a:xfrm>
          <a:noFill/>
        </p:spPr>
        <p:txBody>
          <a:bodyPr lIns="144000" tIns="144000" rIns="144000" bIns="144000">
            <a:noAutofit/>
          </a:bodyPr>
          <a:lstStyle/>
          <a:p>
            <a:r>
              <a:rPr lang="ja-JP" altLang="en-US"/>
              <a:t>グラフを追加</a:t>
            </a:r>
            <a:endParaRPr lang="en-US" dirty="0"/>
          </a:p>
        </p:txBody>
      </p:sp>
      <p:sp>
        <p:nvSpPr>
          <p:cNvPr id="7" name="Textplatzhalter 4"/>
          <p:cNvSpPr>
            <a:spLocks noGrp="1"/>
          </p:cNvSpPr>
          <p:nvPr>
            <p:ph type="body" sz="quarter" idx="14"/>
          </p:nvPr>
        </p:nvSpPr>
        <p:spPr>
          <a:xfrm>
            <a:off x="1080000" y="1800000"/>
            <a:ext cx="4860000" cy="1887696"/>
          </a:xfrm>
        </p:spPr>
        <p:txBody>
          <a:bodyPr>
            <a:sp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8" name="Foliennummernplatzhalter 5"/>
          <p:cNvSpPr txBox="1">
            <a:spLocks/>
          </p:cNvSpPr>
          <p:nvPr userDrawn="1"/>
        </p:nvSpPr>
        <p:spPr>
          <a:xfrm>
            <a:off x="7966800" y="6516000"/>
            <a:ext cx="1647887" cy="161583"/>
          </a:xfrm>
          <a:prstGeom prst="rect">
            <a:avLst/>
          </a:prstGeom>
        </p:spPr>
        <p:txBody>
          <a:bodyPr vert="horz" wrap="square" lIns="0" tIns="0" rIns="0" bIns="0" rtlCol="0" anchor="ctr">
            <a:spAutoFit/>
          </a:bodyPr>
          <a:lstStyle>
            <a:defPPr>
              <a:defRPr lang="de-DE"/>
            </a:defPPr>
            <a:lvl1pPr marL="0" algn="r" defTabSz="914400" rtl="0" eaLnBrk="1" latinLnBrk="0" hangingPunct="1">
              <a:defRPr lang="en-US" sz="1050" b="1" i="0" u="none" strike="noStrike" kern="1200" baseline="0" smtClean="0">
                <a:solidFill>
                  <a:schemeClr val="tx2"/>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tabLst/>
            </a:pPr>
            <a:r>
              <a:rPr lang="en-US" sz="1050" b="1" i="0" u="none" strike="noStrike" kern="1200" baseline="0" dirty="0">
                <a:solidFill>
                  <a:schemeClr val="tx1">
                    <a:lumMod val="60000"/>
                    <a:lumOff val="40000"/>
                  </a:schemeClr>
                </a:solidFill>
                <a:latin typeface="+mj-lt"/>
                <a:ea typeface="+mn-ea"/>
                <a:cs typeface="+mn-cs"/>
              </a:rPr>
              <a:t>BIG IDEAS FOR EVERY SPACE</a:t>
            </a:r>
          </a:p>
        </p:txBody>
      </p:sp>
    </p:spTree>
    <p:extLst>
      <p:ext uri="{BB962C8B-B14F-4D97-AF65-F5344CB8AC3E}">
        <p14:creationId xmlns:p14="http://schemas.microsoft.com/office/powerpoint/2010/main" val="42565599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 2 Charts">
    <p:spTree>
      <p:nvGrpSpPr>
        <p:cNvPr id="1" name=""/>
        <p:cNvGrpSpPr/>
        <p:nvPr/>
      </p:nvGrpSpPr>
      <p:grpSpPr>
        <a:xfrm>
          <a:off x="0" y="0"/>
          <a:ext cx="0" cy="0"/>
          <a:chOff x="0" y="0"/>
          <a:chExt cx="0" cy="0"/>
        </a:xfrm>
      </p:grpSpPr>
      <p:sp>
        <p:nvSpPr>
          <p:cNvPr id="2" name="Titel 1"/>
          <p:cNvSpPr>
            <a:spLocks noGrp="1"/>
          </p:cNvSpPr>
          <p:nvPr>
            <p:ph type="title"/>
          </p:nvPr>
        </p:nvSpPr>
        <p:spPr>
          <a:xfrm>
            <a:off x="1080000" y="936000"/>
            <a:ext cx="9000000" cy="443198"/>
          </a:xfrm>
        </p:spPr>
        <p:txBody>
          <a:bodyPr/>
          <a:lstStyle/>
          <a:p>
            <a:r>
              <a:rPr lang="ja-JP" altLang="en-US"/>
              <a:t>マスター タイトルの書式設定</a:t>
            </a:r>
            <a:endParaRPr lang="en-US"/>
          </a:p>
        </p:txBody>
      </p:sp>
      <p:sp>
        <p:nvSpPr>
          <p:cNvPr id="3" name="Foliennummernplatzhalter 2"/>
          <p:cNvSpPr>
            <a:spLocks noGrp="1"/>
          </p:cNvSpPr>
          <p:nvPr>
            <p:ph type="sldNum" sz="quarter" idx="10"/>
          </p:nvPr>
        </p:nvSpPr>
        <p:spPr/>
        <p:txBody>
          <a:bodyPr/>
          <a:lstStyle/>
          <a:p>
            <a:pPr algn="l"/>
            <a:r>
              <a:rPr lang="de-DE" dirty="0"/>
              <a:t>Page </a:t>
            </a:r>
            <a:fld id="{3FD030EF-7044-4946-962A-5D7D09BD1B34}" type="slidenum">
              <a:rPr lang="de-DE" smtClean="0"/>
              <a:pPr algn="l"/>
              <a:t>‹#›</a:t>
            </a:fld>
            <a:endParaRPr lang="de-DE" dirty="0"/>
          </a:p>
        </p:txBody>
      </p:sp>
      <p:cxnSp>
        <p:nvCxnSpPr>
          <p:cNvPr id="5" name="Gerade Verbindung 4"/>
          <p:cNvCxnSpPr/>
          <p:nvPr userDrawn="1"/>
        </p:nvCxnSpPr>
        <p:spPr>
          <a:xfrm>
            <a:off x="1080000" y="1512000"/>
            <a:ext cx="2400000" cy="0"/>
          </a:xfrm>
          <a:prstGeom prst="line">
            <a:avLst/>
          </a:prstGeom>
          <a:ln w="38100">
            <a:solidFill>
              <a:schemeClr val="bg2">
                <a:lumMod val="50000"/>
              </a:schemeClr>
            </a:solidFill>
            <a:miter lim="800000"/>
          </a:ln>
        </p:spPr>
        <p:style>
          <a:lnRef idx="1">
            <a:schemeClr val="accent1"/>
          </a:lnRef>
          <a:fillRef idx="0">
            <a:schemeClr val="accent1"/>
          </a:fillRef>
          <a:effectRef idx="0">
            <a:schemeClr val="accent1"/>
          </a:effectRef>
          <a:fontRef idx="minor">
            <a:schemeClr val="tx1"/>
          </a:fontRef>
        </p:style>
      </p:cxnSp>
      <p:sp>
        <p:nvSpPr>
          <p:cNvPr id="23" name="Diagrammplatzhalter 8"/>
          <p:cNvSpPr>
            <a:spLocks noGrp="1"/>
          </p:cNvSpPr>
          <p:nvPr>
            <p:ph type="chart" sz="quarter" idx="16"/>
          </p:nvPr>
        </p:nvSpPr>
        <p:spPr>
          <a:xfrm>
            <a:off x="1080000" y="1692000"/>
            <a:ext cx="5220000" cy="4248000"/>
          </a:xfrm>
          <a:noFill/>
        </p:spPr>
        <p:txBody>
          <a:bodyPr lIns="144000" tIns="144000" rIns="144000" bIns="144000">
            <a:noAutofit/>
          </a:bodyPr>
          <a:lstStyle/>
          <a:p>
            <a:r>
              <a:rPr lang="ja-JP" altLang="en-US"/>
              <a:t>グラフを追加</a:t>
            </a:r>
            <a:endParaRPr lang="en-US" dirty="0"/>
          </a:p>
        </p:txBody>
      </p:sp>
      <p:sp>
        <p:nvSpPr>
          <p:cNvPr id="24" name="Diagrammplatzhalter 8"/>
          <p:cNvSpPr>
            <a:spLocks noGrp="1"/>
          </p:cNvSpPr>
          <p:nvPr>
            <p:ph type="chart" sz="quarter" idx="17"/>
          </p:nvPr>
        </p:nvSpPr>
        <p:spPr>
          <a:xfrm>
            <a:off x="6480000" y="1692000"/>
            <a:ext cx="5220000" cy="4248000"/>
          </a:xfrm>
          <a:noFill/>
        </p:spPr>
        <p:txBody>
          <a:bodyPr lIns="144000" tIns="144000" rIns="144000" bIns="144000">
            <a:noAutofit/>
          </a:bodyPr>
          <a:lstStyle/>
          <a:p>
            <a:r>
              <a:rPr lang="ja-JP" altLang="en-US"/>
              <a:t>グラフを追加</a:t>
            </a:r>
            <a:endParaRPr lang="en-US" dirty="0"/>
          </a:p>
        </p:txBody>
      </p:sp>
      <p:sp>
        <p:nvSpPr>
          <p:cNvPr id="7" name="Foliennummernplatzhalter 5"/>
          <p:cNvSpPr txBox="1">
            <a:spLocks/>
          </p:cNvSpPr>
          <p:nvPr userDrawn="1"/>
        </p:nvSpPr>
        <p:spPr>
          <a:xfrm>
            <a:off x="7966800" y="6516000"/>
            <a:ext cx="1647887" cy="161583"/>
          </a:xfrm>
          <a:prstGeom prst="rect">
            <a:avLst/>
          </a:prstGeom>
        </p:spPr>
        <p:txBody>
          <a:bodyPr vert="horz" wrap="square" lIns="0" tIns="0" rIns="0" bIns="0" rtlCol="0" anchor="ctr">
            <a:spAutoFit/>
          </a:bodyPr>
          <a:lstStyle>
            <a:defPPr>
              <a:defRPr lang="de-DE"/>
            </a:defPPr>
            <a:lvl1pPr marL="0" algn="r" defTabSz="914400" rtl="0" eaLnBrk="1" latinLnBrk="0" hangingPunct="1">
              <a:defRPr lang="en-US" sz="1050" b="1" i="0" u="none" strike="noStrike" kern="1200" baseline="0" smtClean="0">
                <a:solidFill>
                  <a:schemeClr val="tx2"/>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tabLst/>
            </a:pPr>
            <a:r>
              <a:rPr lang="en-US" sz="1050" b="1" i="0" u="none" strike="noStrike" kern="1200" baseline="0" dirty="0">
                <a:solidFill>
                  <a:schemeClr val="tx1">
                    <a:lumMod val="60000"/>
                    <a:lumOff val="40000"/>
                  </a:schemeClr>
                </a:solidFill>
                <a:latin typeface="+mj-lt"/>
                <a:ea typeface="+mn-ea"/>
                <a:cs typeface="+mn-cs"/>
              </a:rPr>
              <a:t>BIG IDEAS FOR EVERY SPACE</a:t>
            </a:r>
          </a:p>
        </p:txBody>
      </p:sp>
    </p:spTree>
    <p:extLst>
      <p:ext uri="{BB962C8B-B14F-4D97-AF65-F5344CB8AC3E}">
        <p14:creationId xmlns:p14="http://schemas.microsoft.com/office/powerpoint/2010/main" val="32680821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Chart large + caption">
    <p:spTree>
      <p:nvGrpSpPr>
        <p:cNvPr id="1" name=""/>
        <p:cNvGrpSpPr/>
        <p:nvPr/>
      </p:nvGrpSpPr>
      <p:grpSpPr>
        <a:xfrm>
          <a:off x="0" y="0"/>
          <a:ext cx="0" cy="0"/>
          <a:chOff x="0" y="0"/>
          <a:chExt cx="0" cy="0"/>
        </a:xfrm>
      </p:grpSpPr>
      <p:sp>
        <p:nvSpPr>
          <p:cNvPr id="2" name="Titel 1"/>
          <p:cNvSpPr>
            <a:spLocks noGrp="1"/>
          </p:cNvSpPr>
          <p:nvPr>
            <p:ph type="title"/>
          </p:nvPr>
        </p:nvSpPr>
        <p:spPr>
          <a:xfrm>
            <a:off x="1080000" y="936000"/>
            <a:ext cx="9000000" cy="443198"/>
          </a:xfrm>
        </p:spPr>
        <p:txBody>
          <a:bodyPr/>
          <a:lstStyle/>
          <a:p>
            <a:r>
              <a:rPr lang="ja-JP" altLang="en-US"/>
              <a:t>マスター タイトルの書式設定</a:t>
            </a:r>
            <a:endParaRPr lang="en-US"/>
          </a:p>
        </p:txBody>
      </p:sp>
      <p:sp>
        <p:nvSpPr>
          <p:cNvPr id="3" name="Foliennummernplatzhalter 2"/>
          <p:cNvSpPr>
            <a:spLocks noGrp="1"/>
          </p:cNvSpPr>
          <p:nvPr>
            <p:ph type="sldNum" sz="quarter" idx="10"/>
          </p:nvPr>
        </p:nvSpPr>
        <p:spPr/>
        <p:txBody>
          <a:bodyPr/>
          <a:lstStyle/>
          <a:p>
            <a:pPr algn="l"/>
            <a:r>
              <a:rPr lang="de-DE" dirty="0"/>
              <a:t>Page </a:t>
            </a:r>
            <a:fld id="{3FD030EF-7044-4946-962A-5D7D09BD1B34}" type="slidenum">
              <a:rPr lang="de-DE" smtClean="0"/>
              <a:pPr algn="l"/>
              <a:t>‹#›</a:t>
            </a:fld>
            <a:endParaRPr lang="de-DE" dirty="0"/>
          </a:p>
        </p:txBody>
      </p:sp>
      <p:cxnSp>
        <p:nvCxnSpPr>
          <p:cNvPr id="5" name="Gerade Verbindung 4"/>
          <p:cNvCxnSpPr/>
          <p:nvPr userDrawn="1"/>
        </p:nvCxnSpPr>
        <p:spPr>
          <a:xfrm>
            <a:off x="1080000" y="1512000"/>
            <a:ext cx="2400000" cy="0"/>
          </a:xfrm>
          <a:prstGeom prst="line">
            <a:avLst/>
          </a:prstGeom>
          <a:ln w="38100">
            <a:solidFill>
              <a:schemeClr val="bg2">
                <a:lumMod val="50000"/>
              </a:schemeClr>
            </a:solidFill>
            <a:miter lim="800000"/>
          </a:ln>
        </p:spPr>
        <p:style>
          <a:lnRef idx="1">
            <a:schemeClr val="accent1"/>
          </a:lnRef>
          <a:fillRef idx="0">
            <a:schemeClr val="accent1"/>
          </a:fillRef>
          <a:effectRef idx="0">
            <a:schemeClr val="accent1"/>
          </a:effectRef>
          <a:fontRef idx="minor">
            <a:schemeClr val="tx1"/>
          </a:fontRef>
        </p:style>
      </p:cxnSp>
      <p:sp>
        <p:nvSpPr>
          <p:cNvPr id="19" name="Diagrammplatzhalter 8"/>
          <p:cNvSpPr>
            <a:spLocks noGrp="1"/>
          </p:cNvSpPr>
          <p:nvPr>
            <p:ph type="chart" sz="quarter" idx="16"/>
          </p:nvPr>
        </p:nvSpPr>
        <p:spPr>
          <a:xfrm>
            <a:off x="1080000" y="1692000"/>
            <a:ext cx="8100000" cy="4068000"/>
          </a:xfrm>
          <a:noFill/>
        </p:spPr>
        <p:txBody>
          <a:bodyPr lIns="144000" tIns="144000" rIns="144000" bIns="144000">
            <a:noAutofit/>
          </a:bodyPr>
          <a:lstStyle/>
          <a:p>
            <a:r>
              <a:rPr lang="ja-JP" altLang="en-US"/>
              <a:t>グラフを追加</a:t>
            </a:r>
            <a:endParaRPr lang="en-US" dirty="0"/>
          </a:p>
        </p:txBody>
      </p:sp>
      <p:sp>
        <p:nvSpPr>
          <p:cNvPr id="20" name="Textplatzhalter 6"/>
          <p:cNvSpPr>
            <a:spLocks noGrp="1"/>
          </p:cNvSpPr>
          <p:nvPr>
            <p:ph type="body" sz="quarter" idx="17"/>
          </p:nvPr>
        </p:nvSpPr>
        <p:spPr>
          <a:xfrm>
            <a:off x="9972000" y="2340000"/>
            <a:ext cx="1728000" cy="1239314"/>
          </a:xfrm>
        </p:spPr>
        <p:txBody>
          <a:bodyPr/>
          <a:lstStyle>
            <a:lvl1pPr>
              <a:defRPr sz="1400"/>
            </a:lvl1pPr>
            <a:lvl2pPr>
              <a:defRPr sz="1400"/>
            </a:lvl2pPr>
            <a:lvl3pPr>
              <a:defRPr sz="1400"/>
            </a:lvl3pPr>
            <a:lvl4pPr>
              <a:defRPr sz="1400"/>
            </a:lvl4pPr>
            <a:lvl5pPr>
              <a:defRPr sz="140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p:txBody>
      </p:sp>
      <p:sp>
        <p:nvSpPr>
          <p:cNvPr id="7" name="Foliennummernplatzhalter 5"/>
          <p:cNvSpPr txBox="1">
            <a:spLocks/>
          </p:cNvSpPr>
          <p:nvPr userDrawn="1"/>
        </p:nvSpPr>
        <p:spPr>
          <a:xfrm>
            <a:off x="7966800" y="6516000"/>
            <a:ext cx="1647887" cy="161583"/>
          </a:xfrm>
          <a:prstGeom prst="rect">
            <a:avLst/>
          </a:prstGeom>
        </p:spPr>
        <p:txBody>
          <a:bodyPr vert="horz" wrap="square" lIns="0" tIns="0" rIns="0" bIns="0" rtlCol="0" anchor="ctr">
            <a:spAutoFit/>
          </a:bodyPr>
          <a:lstStyle>
            <a:defPPr>
              <a:defRPr lang="de-DE"/>
            </a:defPPr>
            <a:lvl1pPr marL="0" algn="r" defTabSz="914400" rtl="0" eaLnBrk="1" latinLnBrk="0" hangingPunct="1">
              <a:defRPr lang="en-US" sz="1050" b="1" i="0" u="none" strike="noStrike" kern="1200" baseline="0" smtClean="0">
                <a:solidFill>
                  <a:schemeClr val="tx2"/>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tabLst/>
            </a:pPr>
            <a:r>
              <a:rPr lang="en-US" sz="1050" b="1" i="0" u="none" strike="noStrike" kern="1200" baseline="0" dirty="0">
                <a:solidFill>
                  <a:schemeClr val="tx1">
                    <a:lumMod val="60000"/>
                    <a:lumOff val="40000"/>
                  </a:schemeClr>
                </a:solidFill>
                <a:latin typeface="+mj-lt"/>
                <a:ea typeface="+mn-ea"/>
                <a:cs typeface="+mn-cs"/>
              </a:rPr>
              <a:t>BIG IDEAS FOR EVERY SPACE</a:t>
            </a:r>
          </a:p>
        </p:txBody>
      </p:sp>
    </p:spTree>
    <p:extLst>
      <p:ext uri="{BB962C8B-B14F-4D97-AF65-F5344CB8AC3E}">
        <p14:creationId xmlns:p14="http://schemas.microsoft.com/office/powerpoint/2010/main" val="28169945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hart  large + caption ">
    <p:spTree>
      <p:nvGrpSpPr>
        <p:cNvPr id="1" name=""/>
        <p:cNvGrpSpPr/>
        <p:nvPr/>
      </p:nvGrpSpPr>
      <p:grpSpPr>
        <a:xfrm>
          <a:off x="0" y="0"/>
          <a:ext cx="0" cy="0"/>
          <a:chOff x="0" y="0"/>
          <a:chExt cx="0" cy="0"/>
        </a:xfrm>
      </p:grpSpPr>
      <p:sp>
        <p:nvSpPr>
          <p:cNvPr id="3" name="Foliennummernplatzhalter 2"/>
          <p:cNvSpPr>
            <a:spLocks noGrp="1"/>
          </p:cNvSpPr>
          <p:nvPr>
            <p:ph type="sldNum" sz="quarter" idx="10"/>
          </p:nvPr>
        </p:nvSpPr>
        <p:spPr/>
        <p:txBody>
          <a:bodyPr/>
          <a:lstStyle/>
          <a:p>
            <a:pPr algn="l"/>
            <a:r>
              <a:rPr lang="de-DE" dirty="0"/>
              <a:t>Page </a:t>
            </a:r>
            <a:fld id="{3FD030EF-7044-4946-962A-5D7D09BD1B34}" type="slidenum">
              <a:rPr lang="de-DE" smtClean="0"/>
              <a:pPr algn="l"/>
              <a:t>‹#›</a:t>
            </a:fld>
            <a:endParaRPr lang="de-DE" dirty="0"/>
          </a:p>
        </p:txBody>
      </p:sp>
      <p:sp>
        <p:nvSpPr>
          <p:cNvPr id="20" name="Textplatzhalter 6"/>
          <p:cNvSpPr>
            <a:spLocks noGrp="1"/>
          </p:cNvSpPr>
          <p:nvPr>
            <p:ph type="body" sz="quarter" idx="17"/>
          </p:nvPr>
        </p:nvSpPr>
        <p:spPr>
          <a:xfrm>
            <a:off x="468000" y="5940000"/>
            <a:ext cx="11244575" cy="234744"/>
          </a:xfrm>
        </p:spPr>
        <p:txBody>
          <a:bodyPr>
            <a:noAutofit/>
          </a:bodyPr>
          <a:lstStyle>
            <a:lvl1pPr>
              <a:defRPr sz="1400"/>
            </a:lvl1pPr>
            <a:lvl2pPr marL="0" indent="0">
              <a:buNone/>
              <a:defRPr sz="1400"/>
            </a:lvl2pPr>
            <a:lvl3pPr>
              <a:defRPr sz="1400"/>
            </a:lvl3pPr>
            <a:lvl4pPr>
              <a:defRPr sz="1400"/>
            </a:lvl4pPr>
            <a:lvl5pPr>
              <a:defRPr sz="1400"/>
            </a:lvl5pPr>
          </a:lstStyle>
          <a:p>
            <a:pPr lvl="0"/>
            <a:r>
              <a:rPr lang="ja-JP" altLang="en-US"/>
              <a:t>マスター テキストの書式設定</a:t>
            </a:r>
          </a:p>
        </p:txBody>
      </p:sp>
      <p:sp>
        <p:nvSpPr>
          <p:cNvPr id="4" name="コンテンツ プレースホルダー 3"/>
          <p:cNvSpPr>
            <a:spLocks noGrp="1"/>
          </p:cNvSpPr>
          <p:nvPr>
            <p:ph sz="quarter" idx="18"/>
          </p:nvPr>
        </p:nvSpPr>
        <p:spPr>
          <a:xfrm>
            <a:off x="460375" y="540000"/>
            <a:ext cx="11261725" cy="5302000"/>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en-GB"/>
          </a:p>
        </p:txBody>
      </p:sp>
      <p:sp>
        <p:nvSpPr>
          <p:cNvPr id="5" name="Foliennummernplatzhalter 5"/>
          <p:cNvSpPr txBox="1">
            <a:spLocks/>
          </p:cNvSpPr>
          <p:nvPr userDrawn="1"/>
        </p:nvSpPr>
        <p:spPr>
          <a:xfrm>
            <a:off x="7966800" y="6516000"/>
            <a:ext cx="1647887" cy="161583"/>
          </a:xfrm>
          <a:prstGeom prst="rect">
            <a:avLst/>
          </a:prstGeom>
        </p:spPr>
        <p:txBody>
          <a:bodyPr vert="horz" wrap="square" lIns="0" tIns="0" rIns="0" bIns="0" rtlCol="0" anchor="ctr">
            <a:spAutoFit/>
          </a:bodyPr>
          <a:lstStyle>
            <a:defPPr>
              <a:defRPr lang="de-DE"/>
            </a:defPPr>
            <a:lvl1pPr marL="0" algn="r" defTabSz="914400" rtl="0" eaLnBrk="1" latinLnBrk="0" hangingPunct="1">
              <a:defRPr lang="en-US" sz="1050" b="1" i="0" u="none" strike="noStrike" kern="1200" baseline="0" smtClean="0">
                <a:solidFill>
                  <a:schemeClr val="tx2"/>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tabLst/>
            </a:pPr>
            <a:r>
              <a:rPr lang="en-US" sz="1050" b="1" i="0" u="none" strike="noStrike" kern="1200" baseline="0" dirty="0">
                <a:solidFill>
                  <a:schemeClr val="tx1">
                    <a:lumMod val="60000"/>
                    <a:lumOff val="40000"/>
                  </a:schemeClr>
                </a:solidFill>
                <a:latin typeface="+mj-lt"/>
                <a:ea typeface="+mn-ea"/>
                <a:cs typeface="+mn-cs"/>
              </a:rPr>
              <a:t>BIG IDEAS FOR EVERY SPACE</a:t>
            </a:r>
          </a:p>
        </p:txBody>
      </p:sp>
    </p:spTree>
    <p:extLst>
      <p:ext uri="{BB962C8B-B14F-4D97-AF65-F5344CB8AC3E}">
        <p14:creationId xmlns:p14="http://schemas.microsoft.com/office/powerpoint/2010/main" val="27610870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4 Charts + Caption">
    <p:spTree>
      <p:nvGrpSpPr>
        <p:cNvPr id="1" name=""/>
        <p:cNvGrpSpPr/>
        <p:nvPr/>
      </p:nvGrpSpPr>
      <p:grpSpPr>
        <a:xfrm>
          <a:off x="0" y="0"/>
          <a:ext cx="0" cy="0"/>
          <a:chOff x="0" y="0"/>
          <a:chExt cx="0" cy="0"/>
        </a:xfrm>
      </p:grpSpPr>
      <p:sp>
        <p:nvSpPr>
          <p:cNvPr id="2" name="Titel 1"/>
          <p:cNvSpPr>
            <a:spLocks noGrp="1"/>
          </p:cNvSpPr>
          <p:nvPr>
            <p:ph type="title"/>
          </p:nvPr>
        </p:nvSpPr>
        <p:spPr>
          <a:xfrm>
            <a:off x="1080000" y="936000"/>
            <a:ext cx="9000000" cy="443198"/>
          </a:xfrm>
        </p:spPr>
        <p:txBody>
          <a:bodyPr/>
          <a:lstStyle/>
          <a:p>
            <a:r>
              <a:rPr lang="ja-JP" altLang="en-US"/>
              <a:t>マスター タイトルの書式設定</a:t>
            </a:r>
            <a:endParaRPr lang="en-US"/>
          </a:p>
        </p:txBody>
      </p:sp>
      <p:sp>
        <p:nvSpPr>
          <p:cNvPr id="3" name="Foliennummernplatzhalter 2"/>
          <p:cNvSpPr>
            <a:spLocks noGrp="1"/>
          </p:cNvSpPr>
          <p:nvPr>
            <p:ph type="sldNum" sz="quarter" idx="10"/>
          </p:nvPr>
        </p:nvSpPr>
        <p:spPr/>
        <p:txBody>
          <a:bodyPr/>
          <a:lstStyle/>
          <a:p>
            <a:pPr algn="l"/>
            <a:r>
              <a:rPr lang="de-DE" dirty="0"/>
              <a:t>Page </a:t>
            </a:r>
            <a:fld id="{3FD030EF-7044-4946-962A-5D7D09BD1B34}" type="slidenum">
              <a:rPr lang="de-DE" smtClean="0"/>
              <a:pPr algn="l"/>
              <a:t>‹#›</a:t>
            </a:fld>
            <a:endParaRPr lang="de-DE" dirty="0"/>
          </a:p>
        </p:txBody>
      </p:sp>
      <p:cxnSp>
        <p:nvCxnSpPr>
          <p:cNvPr id="5" name="Gerade Verbindung 4"/>
          <p:cNvCxnSpPr/>
          <p:nvPr userDrawn="1"/>
        </p:nvCxnSpPr>
        <p:spPr>
          <a:xfrm>
            <a:off x="1080000" y="1512000"/>
            <a:ext cx="2400000" cy="0"/>
          </a:xfrm>
          <a:prstGeom prst="line">
            <a:avLst/>
          </a:prstGeom>
          <a:ln w="38100">
            <a:solidFill>
              <a:schemeClr val="bg2">
                <a:lumMod val="50000"/>
              </a:schemeClr>
            </a:solidFill>
            <a:miter lim="800000"/>
          </a:ln>
        </p:spPr>
        <p:style>
          <a:lnRef idx="1">
            <a:schemeClr val="accent1"/>
          </a:lnRef>
          <a:fillRef idx="0">
            <a:schemeClr val="accent1"/>
          </a:fillRef>
          <a:effectRef idx="0">
            <a:schemeClr val="accent1"/>
          </a:effectRef>
          <a:fontRef idx="minor">
            <a:schemeClr val="tx1"/>
          </a:fontRef>
        </p:style>
      </p:cxnSp>
      <p:sp>
        <p:nvSpPr>
          <p:cNvPr id="23" name="Diagrammplatzhalter 8"/>
          <p:cNvSpPr>
            <a:spLocks noGrp="1"/>
          </p:cNvSpPr>
          <p:nvPr>
            <p:ph type="chart" sz="quarter" idx="16"/>
          </p:nvPr>
        </p:nvSpPr>
        <p:spPr>
          <a:xfrm>
            <a:off x="1080000" y="1692000"/>
            <a:ext cx="3960000" cy="2160000"/>
          </a:xfrm>
          <a:noFill/>
          <a:ln w="6350">
            <a:solidFill>
              <a:schemeClr val="bg2">
                <a:lumMod val="90000"/>
              </a:schemeClr>
            </a:solidFill>
          </a:ln>
        </p:spPr>
        <p:txBody>
          <a:bodyPr lIns="144000" tIns="144000" rIns="144000" bIns="144000">
            <a:noAutofit/>
          </a:bodyPr>
          <a:lstStyle/>
          <a:p>
            <a:r>
              <a:rPr lang="ja-JP" altLang="en-US"/>
              <a:t>グラフを追加</a:t>
            </a:r>
            <a:endParaRPr lang="en-US" dirty="0"/>
          </a:p>
        </p:txBody>
      </p:sp>
      <p:sp>
        <p:nvSpPr>
          <p:cNvPr id="24" name="Textplatzhalter 6"/>
          <p:cNvSpPr>
            <a:spLocks noGrp="1"/>
          </p:cNvSpPr>
          <p:nvPr>
            <p:ph type="body" sz="quarter" idx="17"/>
          </p:nvPr>
        </p:nvSpPr>
        <p:spPr>
          <a:xfrm>
            <a:off x="9972000" y="2340000"/>
            <a:ext cx="1728000" cy="1239314"/>
          </a:xfrm>
        </p:spPr>
        <p:txBody>
          <a:bodyPr/>
          <a:lstStyle>
            <a:lvl1pPr>
              <a:defRPr sz="1400"/>
            </a:lvl1pPr>
            <a:lvl2pPr>
              <a:defRPr sz="1400"/>
            </a:lvl2pPr>
            <a:lvl3pPr>
              <a:defRPr sz="1400"/>
            </a:lvl3pPr>
            <a:lvl4pPr>
              <a:defRPr sz="1400"/>
            </a:lvl4pPr>
            <a:lvl5pPr>
              <a:defRPr sz="140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p:txBody>
      </p:sp>
      <p:sp>
        <p:nvSpPr>
          <p:cNvPr id="25" name="Diagrammplatzhalter 8"/>
          <p:cNvSpPr>
            <a:spLocks noGrp="1"/>
          </p:cNvSpPr>
          <p:nvPr>
            <p:ph type="chart" sz="quarter" idx="18"/>
          </p:nvPr>
        </p:nvSpPr>
        <p:spPr>
          <a:xfrm>
            <a:off x="5220000" y="1692000"/>
            <a:ext cx="3960000" cy="2160000"/>
          </a:xfrm>
          <a:noFill/>
          <a:ln w="6350">
            <a:solidFill>
              <a:schemeClr val="bg2">
                <a:lumMod val="90000"/>
              </a:schemeClr>
            </a:solidFill>
          </a:ln>
        </p:spPr>
        <p:txBody>
          <a:bodyPr lIns="144000" tIns="144000" rIns="144000" bIns="144000">
            <a:noAutofit/>
          </a:bodyPr>
          <a:lstStyle/>
          <a:p>
            <a:r>
              <a:rPr lang="ja-JP" altLang="en-US"/>
              <a:t>グラフを追加</a:t>
            </a:r>
            <a:endParaRPr lang="en-US" dirty="0"/>
          </a:p>
        </p:txBody>
      </p:sp>
      <p:sp>
        <p:nvSpPr>
          <p:cNvPr id="26" name="Diagrammplatzhalter 8"/>
          <p:cNvSpPr>
            <a:spLocks noGrp="1"/>
          </p:cNvSpPr>
          <p:nvPr>
            <p:ph type="chart" sz="quarter" idx="19"/>
          </p:nvPr>
        </p:nvSpPr>
        <p:spPr>
          <a:xfrm>
            <a:off x="1080000" y="3996000"/>
            <a:ext cx="3960000" cy="2160000"/>
          </a:xfrm>
          <a:noFill/>
          <a:ln w="6350">
            <a:solidFill>
              <a:schemeClr val="bg2">
                <a:lumMod val="90000"/>
              </a:schemeClr>
            </a:solidFill>
          </a:ln>
        </p:spPr>
        <p:txBody>
          <a:bodyPr lIns="144000" tIns="144000" rIns="144000" bIns="144000">
            <a:noAutofit/>
          </a:bodyPr>
          <a:lstStyle/>
          <a:p>
            <a:r>
              <a:rPr lang="ja-JP" altLang="en-US"/>
              <a:t>グラフを追加</a:t>
            </a:r>
            <a:endParaRPr lang="en-US" dirty="0"/>
          </a:p>
        </p:txBody>
      </p:sp>
      <p:sp>
        <p:nvSpPr>
          <p:cNvPr id="27" name="Diagrammplatzhalter 8"/>
          <p:cNvSpPr>
            <a:spLocks noGrp="1"/>
          </p:cNvSpPr>
          <p:nvPr>
            <p:ph type="chart" sz="quarter" idx="20"/>
          </p:nvPr>
        </p:nvSpPr>
        <p:spPr>
          <a:xfrm>
            <a:off x="5220000" y="3996000"/>
            <a:ext cx="3960000" cy="2160000"/>
          </a:xfrm>
          <a:noFill/>
          <a:ln w="6350">
            <a:solidFill>
              <a:schemeClr val="bg2">
                <a:lumMod val="90000"/>
              </a:schemeClr>
            </a:solidFill>
          </a:ln>
        </p:spPr>
        <p:txBody>
          <a:bodyPr lIns="144000" tIns="144000" rIns="144000" bIns="144000">
            <a:noAutofit/>
          </a:bodyPr>
          <a:lstStyle/>
          <a:p>
            <a:r>
              <a:rPr lang="ja-JP" altLang="en-US"/>
              <a:t>グラフを追加</a:t>
            </a:r>
            <a:endParaRPr lang="en-US" dirty="0"/>
          </a:p>
        </p:txBody>
      </p:sp>
      <p:sp>
        <p:nvSpPr>
          <p:cNvPr id="10" name="Foliennummernplatzhalter 5"/>
          <p:cNvSpPr txBox="1">
            <a:spLocks/>
          </p:cNvSpPr>
          <p:nvPr userDrawn="1"/>
        </p:nvSpPr>
        <p:spPr>
          <a:xfrm>
            <a:off x="7966800" y="6516000"/>
            <a:ext cx="1647887" cy="161583"/>
          </a:xfrm>
          <a:prstGeom prst="rect">
            <a:avLst/>
          </a:prstGeom>
        </p:spPr>
        <p:txBody>
          <a:bodyPr vert="horz" wrap="square" lIns="0" tIns="0" rIns="0" bIns="0" rtlCol="0" anchor="ctr">
            <a:spAutoFit/>
          </a:bodyPr>
          <a:lstStyle>
            <a:defPPr>
              <a:defRPr lang="de-DE"/>
            </a:defPPr>
            <a:lvl1pPr marL="0" algn="r" defTabSz="914400" rtl="0" eaLnBrk="1" latinLnBrk="0" hangingPunct="1">
              <a:defRPr lang="en-US" sz="1050" b="1" i="0" u="none" strike="noStrike" kern="1200" baseline="0" smtClean="0">
                <a:solidFill>
                  <a:schemeClr val="tx2"/>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tabLst/>
            </a:pPr>
            <a:r>
              <a:rPr lang="en-US" sz="1050" b="1" i="0" u="none" strike="noStrike" kern="1200" baseline="0" dirty="0">
                <a:solidFill>
                  <a:schemeClr val="tx1">
                    <a:lumMod val="60000"/>
                    <a:lumOff val="40000"/>
                  </a:schemeClr>
                </a:solidFill>
                <a:latin typeface="+mj-lt"/>
                <a:ea typeface="+mn-ea"/>
                <a:cs typeface="+mn-cs"/>
              </a:rPr>
              <a:t>BIG IDEAS FOR EVERY SPACE</a:t>
            </a:r>
          </a:p>
        </p:txBody>
      </p:sp>
    </p:spTree>
    <p:extLst>
      <p:ext uri="{BB962C8B-B14F-4D97-AF65-F5344CB8AC3E}">
        <p14:creationId xmlns:p14="http://schemas.microsoft.com/office/powerpoint/2010/main" val="33848236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Table + Caption">
    <p:spTree>
      <p:nvGrpSpPr>
        <p:cNvPr id="1" name=""/>
        <p:cNvGrpSpPr/>
        <p:nvPr/>
      </p:nvGrpSpPr>
      <p:grpSpPr>
        <a:xfrm>
          <a:off x="0" y="0"/>
          <a:ext cx="0" cy="0"/>
          <a:chOff x="0" y="0"/>
          <a:chExt cx="0" cy="0"/>
        </a:xfrm>
      </p:grpSpPr>
      <p:sp>
        <p:nvSpPr>
          <p:cNvPr id="2" name="Titel 1"/>
          <p:cNvSpPr>
            <a:spLocks noGrp="1"/>
          </p:cNvSpPr>
          <p:nvPr>
            <p:ph type="title"/>
          </p:nvPr>
        </p:nvSpPr>
        <p:spPr>
          <a:xfrm>
            <a:off x="1080000" y="936000"/>
            <a:ext cx="9000000" cy="443198"/>
          </a:xfrm>
        </p:spPr>
        <p:txBody>
          <a:bodyPr/>
          <a:lstStyle/>
          <a:p>
            <a:r>
              <a:rPr lang="ja-JP" altLang="en-US"/>
              <a:t>マスター タイトルの書式設定</a:t>
            </a:r>
            <a:endParaRPr lang="en-US"/>
          </a:p>
        </p:txBody>
      </p:sp>
      <p:sp>
        <p:nvSpPr>
          <p:cNvPr id="3" name="Foliennummernplatzhalter 2"/>
          <p:cNvSpPr>
            <a:spLocks noGrp="1"/>
          </p:cNvSpPr>
          <p:nvPr>
            <p:ph type="sldNum" sz="quarter" idx="10"/>
          </p:nvPr>
        </p:nvSpPr>
        <p:spPr/>
        <p:txBody>
          <a:bodyPr/>
          <a:lstStyle/>
          <a:p>
            <a:pPr algn="l"/>
            <a:r>
              <a:rPr lang="de-DE" dirty="0"/>
              <a:t>Page </a:t>
            </a:r>
            <a:fld id="{3FD030EF-7044-4946-962A-5D7D09BD1B34}" type="slidenum">
              <a:rPr lang="de-DE" smtClean="0"/>
              <a:pPr algn="l"/>
              <a:t>‹#›</a:t>
            </a:fld>
            <a:endParaRPr lang="de-DE" dirty="0"/>
          </a:p>
        </p:txBody>
      </p:sp>
      <p:cxnSp>
        <p:nvCxnSpPr>
          <p:cNvPr id="5" name="Gerade Verbindung 4"/>
          <p:cNvCxnSpPr/>
          <p:nvPr userDrawn="1"/>
        </p:nvCxnSpPr>
        <p:spPr>
          <a:xfrm>
            <a:off x="1080000" y="1512000"/>
            <a:ext cx="2400000" cy="0"/>
          </a:xfrm>
          <a:prstGeom prst="line">
            <a:avLst/>
          </a:prstGeom>
          <a:ln w="38100">
            <a:solidFill>
              <a:schemeClr val="bg2">
                <a:lumMod val="50000"/>
              </a:schemeClr>
            </a:solidFill>
            <a:miter lim="800000"/>
          </a:ln>
        </p:spPr>
        <p:style>
          <a:lnRef idx="1">
            <a:schemeClr val="accent1"/>
          </a:lnRef>
          <a:fillRef idx="0">
            <a:schemeClr val="accent1"/>
          </a:fillRef>
          <a:effectRef idx="0">
            <a:schemeClr val="accent1"/>
          </a:effectRef>
          <a:fontRef idx="minor">
            <a:schemeClr val="tx1"/>
          </a:fontRef>
        </p:style>
      </p:cxnSp>
      <p:sp>
        <p:nvSpPr>
          <p:cNvPr id="19" name="Textplatzhalter 6"/>
          <p:cNvSpPr>
            <a:spLocks noGrp="1"/>
          </p:cNvSpPr>
          <p:nvPr>
            <p:ph type="body" sz="quarter" idx="17"/>
          </p:nvPr>
        </p:nvSpPr>
        <p:spPr>
          <a:xfrm>
            <a:off x="9972000" y="2340000"/>
            <a:ext cx="1728000" cy="1239314"/>
          </a:xfrm>
        </p:spPr>
        <p:txBody>
          <a:bodyPr/>
          <a:lstStyle>
            <a:lvl1pPr>
              <a:defRPr sz="1400"/>
            </a:lvl1pPr>
            <a:lvl2pPr>
              <a:defRPr sz="1400"/>
            </a:lvl2pPr>
            <a:lvl3pPr>
              <a:defRPr sz="1400"/>
            </a:lvl3pPr>
            <a:lvl4pPr>
              <a:defRPr sz="1400"/>
            </a:lvl4pPr>
            <a:lvl5pPr>
              <a:defRPr sz="140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p:txBody>
      </p:sp>
      <p:sp>
        <p:nvSpPr>
          <p:cNvPr id="20" name="Tabellenplatzhalter 8"/>
          <p:cNvSpPr>
            <a:spLocks noGrp="1"/>
          </p:cNvSpPr>
          <p:nvPr>
            <p:ph type="tbl" sz="quarter" idx="18"/>
          </p:nvPr>
        </p:nvSpPr>
        <p:spPr>
          <a:xfrm>
            <a:off x="1079997" y="1800000"/>
            <a:ext cx="8100000" cy="4248000"/>
          </a:xfrm>
        </p:spPr>
        <p:txBody>
          <a:bodyPr/>
          <a:lstStyle/>
          <a:p>
            <a:r>
              <a:rPr lang="ja-JP" altLang="en-US"/>
              <a:t>表を追加</a:t>
            </a:r>
            <a:endParaRPr lang="en-US" dirty="0"/>
          </a:p>
        </p:txBody>
      </p:sp>
      <p:sp>
        <p:nvSpPr>
          <p:cNvPr id="7" name="Foliennummernplatzhalter 5"/>
          <p:cNvSpPr txBox="1">
            <a:spLocks/>
          </p:cNvSpPr>
          <p:nvPr userDrawn="1"/>
        </p:nvSpPr>
        <p:spPr>
          <a:xfrm>
            <a:off x="7966800" y="6516000"/>
            <a:ext cx="1647887" cy="161583"/>
          </a:xfrm>
          <a:prstGeom prst="rect">
            <a:avLst/>
          </a:prstGeom>
        </p:spPr>
        <p:txBody>
          <a:bodyPr vert="horz" wrap="square" lIns="0" tIns="0" rIns="0" bIns="0" rtlCol="0" anchor="ctr">
            <a:spAutoFit/>
          </a:bodyPr>
          <a:lstStyle>
            <a:defPPr>
              <a:defRPr lang="de-DE"/>
            </a:defPPr>
            <a:lvl1pPr marL="0" algn="r" defTabSz="914400" rtl="0" eaLnBrk="1" latinLnBrk="0" hangingPunct="1">
              <a:defRPr lang="en-US" sz="1050" b="1" i="0" u="none" strike="noStrike" kern="1200" baseline="0" smtClean="0">
                <a:solidFill>
                  <a:schemeClr val="tx2"/>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tabLst/>
            </a:pPr>
            <a:r>
              <a:rPr lang="en-US" sz="1050" b="1" i="0" u="none" strike="noStrike" kern="1200" baseline="0" dirty="0">
                <a:solidFill>
                  <a:schemeClr val="tx1">
                    <a:lumMod val="60000"/>
                    <a:lumOff val="40000"/>
                  </a:schemeClr>
                </a:solidFill>
                <a:latin typeface="+mj-lt"/>
                <a:ea typeface="+mn-ea"/>
                <a:cs typeface="+mn-cs"/>
              </a:rPr>
              <a:t>BIG IDEAS FOR EVERY SPACE</a:t>
            </a:r>
          </a:p>
        </p:txBody>
      </p:sp>
    </p:spTree>
    <p:extLst>
      <p:ext uri="{BB962C8B-B14F-4D97-AF65-F5344CB8AC3E}">
        <p14:creationId xmlns:p14="http://schemas.microsoft.com/office/powerpoint/2010/main" val="17350394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hapter_picture ">
    <p:spTree>
      <p:nvGrpSpPr>
        <p:cNvPr id="1" name=""/>
        <p:cNvGrpSpPr/>
        <p:nvPr/>
      </p:nvGrpSpPr>
      <p:grpSpPr>
        <a:xfrm>
          <a:off x="0" y="0"/>
          <a:ext cx="0" cy="0"/>
          <a:chOff x="0" y="0"/>
          <a:chExt cx="0" cy="0"/>
        </a:xfrm>
      </p:grpSpPr>
      <p:sp>
        <p:nvSpPr>
          <p:cNvPr id="4" name="Bildplatzhalter 3"/>
          <p:cNvSpPr>
            <a:spLocks noGrp="1"/>
          </p:cNvSpPr>
          <p:nvPr>
            <p:ph type="pic" sz="quarter" idx="15"/>
          </p:nvPr>
        </p:nvSpPr>
        <p:spPr>
          <a:xfrm>
            <a:off x="468000" y="540000"/>
            <a:ext cx="11253600" cy="5616000"/>
          </a:xfrm>
          <a:blipFill>
            <a:blip r:embed="rId2"/>
            <a:stretch>
              <a:fillRect/>
            </a:stretch>
          </a:blipFill>
          <a:ln w="6350">
            <a:solidFill>
              <a:schemeClr val="tx1">
                <a:lumMod val="20000"/>
                <a:lumOff val="80000"/>
              </a:schemeClr>
            </a:solidFill>
          </a:ln>
        </p:spPr>
        <p:txBody>
          <a:bodyPr lIns="144000" tIns="144000">
            <a:normAutofit/>
          </a:bodyPr>
          <a:lstStyle>
            <a:lvl1pPr>
              <a:defRPr sz="1000"/>
            </a:lvl1pPr>
          </a:lstStyle>
          <a:p>
            <a:r>
              <a:rPr lang="ja-JP" altLang="en-US"/>
              <a:t>図を追加</a:t>
            </a:r>
            <a:endParaRPr lang="en-US" dirty="0"/>
          </a:p>
        </p:txBody>
      </p:sp>
      <p:sp>
        <p:nvSpPr>
          <p:cNvPr id="5" name="Textplatzhalter 11"/>
          <p:cNvSpPr>
            <a:spLocks noGrp="1"/>
          </p:cNvSpPr>
          <p:nvPr>
            <p:ph type="body" sz="quarter" idx="11"/>
          </p:nvPr>
        </p:nvSpPr>
        <p:spPr>
          <a:xfrm>
            <a:off x="468000" y="1080000"/>
            <a:ext cx="7920000" cy="1500237"/>
          </a:xfrm>
          <a:solidFill>
            <a:schemeClr val="tx2"/>
          </a:solidFill>
        </p:spPr>
        <p:txBody>
          <a:bodyPr wrap="square" lIns="252000" tIns="180000" rIns="180000" bIns="180000">
            <a:spAutoFit/>
          </a:bodyPr>
          <a:lstStyle>
            <a:lvl1pPr>
              <a:defRPr sz="3600" b="1" cap="all" baseline="0">
                <a:solidFill>
                  <a:schemeClr val="bg1"/>
                </a:solidFill>
                <a:latin typeface="+mj-lt"/>
              </a:defRPr>
            </a:lvl1pPr>
            <a:lvl2pPr marL="0" indent="0">
              <a:buNone/>
              <a:defRPr sz="2000" b="1" cap="all">
                <a:solidFill>
                  <a:schemeClr val="bg1"/>
                </a:solidFill>
                <a:latin typeface="+mj-lt"/>
              </a:defRPr>
            </a:lvl2pPr>
            <a:lvl3pPr>
              <a:defRPr b="1">
                <a:solidFill>
                  <a:schemeClr val="bg1"/>
                </a:solidFill>
                <a:latin typeface="+mj-lt"/>
              </a:defRPr>
            </a:lvl3pPr>
            <a:lvl4pPr>
              <a:defRPr>
                <a:solidFill>
                  <a:schemeClr val="bg1"/>
                </a:solidFill>
                <a:latin typeface="+mj-lt"/>
              </a:defRPr>
            </a:lvl4pPr>
            <a:lvl5pPr>
              <a:defRPr>
                <a:solidFill>
                  <a:schemeClr val="bg1"/>
                </a:solidFill>
                <a:latin typeface="+mj-lt"/>
              </a:defRPr>
            </a:lvl5pPr>
          </a:lstStyle>
          <a:p>
            <a:pPr lvl="0"/>
            <a:r>
              <a:rPr lang="ja-JP" altLang="en-US"/>
              <a:t>マスター テキストの書式設定</a:t>
            </a:r>
          </a:p>
          <a:p>
            <a:pPr lvl="1"/>
            <a:r>
              <a:rPr lang="ja-JP" altLang="en-US"/>
              <a:t>第 </a:t>
            </a:r>
            <a:r>
              <a:rPr lang="en-US" altLang="ja-JP"/>
              <a:t>2 </a:t>
            </a:r>
            <a:r>
              <a:rPr lang="ja-JP" altLang="en-US"/>
              <a:t>レベル</a:t>
            </a:r>
          </a:p>
        </p:txBody>
      </p:sp>
      <p:sp>
        <p:nvSpPr>
          <p:cNvPr id="6" name="Foliennummernplatzhalter 5"/>
          <p:cNvSpPr txBox="1">
            <a:spLocks/>
          </p:cNvSpPr>
          <p:nvPr userDrawn="1"/>
        </p:nvSpPr>
        <p:spPr>
          <a:xfrm>
            <a:off x="7966800" y="6516000"/>
            <a:ext cx="1647887" cy="161583"/>
          </a:xfrm>
          <a:prstGeom prst="rect">
            <a:avLst/>
          </a:prstGeom>
        </p:spPr>
        <p:txBody>
          <a:bodyPr vert="horz" wrap="square" lIns="0" tIns="0" rIns="0" bIns="0" rtlCol="0" anchor="ctr">
            <a:spAutoFit/>
          </a:bodyPr>
          <a:lstStyle>
            <a:defPPr>
              <a:defRPr lang="de-DE"/>
            </a:defPPr>
            <a:lvl1pPr marL="0" algn="r" defTabSz="914400" rtl="0" eaLnBrk="1" latinLnBrk="0" hangingPunct="1">
              <a:defRPr lang="en-US" sz="1050" b="1" i="0" u="none" strike="noStrike" kern="1200" baseline="0" smtClean="0">
                <a:solidFill>
                  <a:schemeClr val="tx2"/>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tabLst/>
            </a:pPr>
            <a:r>
              <a:rPr lang="en-US" sz="1050" b="1" i="0" u="none" strike="noStrike" kern="1200" baseline="0" dirty="0">
                <a:solidFill>
                  <a:schemeClr val="tx1">
                    <a:lumMod val="60000"/>
                    <a:lumOff val="40000"/>
                  </a:schemeClr>
                </a:solidFill>
                <a:latin typeface="+mj-lt"/>
                <a:ea typeface="+mn-ea"/>
                <a:cs typeface="+mn-cs"/>
              </a:rPr>
              <a:t>BIG IDEAS FOR EVERY SPACE</a:t>
            </a:r>
          </a:p>
        </p:txBody>
      </p:sp>
    </p:spTree>
    <p:extLst>
      <p:ext uri="{BB962C8B-B14F-4D97-AF65-F5344CB8AC3E}">
        <p14:creationId xmlns:p14="http://schemas.microsoft.com/office/powerpoint/2010/main" val="30658079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hapter_grey">
    <p:spTree>
      <p:nvGrpSpPr>
        <p:cNvPr id="1" name=""/>
        <p:cNvGrpSpPr/>
        <p:nvPr/>
      </p:nvGrpSpPr>
      <p:grpSpPr>
        <a:xfrm>
          <a:off x="0" y="0"/>
          <a:ext cx="0" cy="0"/>
          <a:chOff x="0" y="0"/>
          <a:chExt cx="0" cy="0"/>
        </a:xfrm>
      </p:grpSpPr>
      <p:sp>
        <p:nvSpPr>
          <p:cNvPr id="6" name="Rechteck 5"/>
          <p:cNvSpPr/>
          <p:nvPr userDrawn="1"/>
        </p:nvSpPr>
        <p:spPr>
          <a:xfrm>
            <a:off x="479376" y="540000"/>
            <a:ext cx="11253600" cy="5616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5" name="Textplatzhalter 11"/>
          <p:cNvSpPr>
            <a:spLocks noGrp="1"/>
          </p:cNvSpPr>
          <p:nvPr>
            <p:ph type="body" sz="quarter" idx="11"/>
          </p:nvPr>
        </p:nvSpPr>
        <p:spPr>
          <a:xfrm>
            <a:off x="468000" y="1080000"/>
            <a:ext cx="7920000" cy="1500237"/>
          </a:xfrm>
          <a:solidFill>
            <a:schemeClr val="tx2"/>
          </a:solidFill>
        </p:spPr>
        <p:txBody>
          <a:bodyPr lIns="252000" tIns="180000" rIns="180000" bIns="180000">
            <a:spAutoFit/>
          </a:bodyPr>
          <a:lstStyle>
            <a:lvl1pPr>
              <a:defRPr sz="3600" b="1" cap="all" baseline="0">
                <a:solidFill>
                  <a:schemeClr val="bg1"/>
                </a:solidFill>
                <a:latin typeface="+mj-lt"/>
              </a:defRPr>
            </a:lvl1pPr>
            <a:lvl2pPr marL="0" indent="0">
              <a:buNone/>
              <a:defRPr sz="2000" b="1" cap="all">
                <a:solidFill>
                  <a:schemeClr val="bg1"/>
                </a:solidFill>
                <a:latin typeface="+mj-lt"/>
              </a:defRPr>
            </a:lvl2pPr>
            <a:lvl3pPr>
              <a:defRPr b="1">
                <a:solidFill>
                  <a:schemeClr val="bg1"/>
                </a:solidFill>
                <a:latin typeface="+mj-lt"/>
              </a:defRPr>
            </a:lvl3pPr>
            <a:lvl4pPr>
              <a:defRPr>
                <a:solidFill>
                  <a:schemeClr val="bg1"/>
                </a:solidFill>
                <a:latin typeface="+mj-lt"/>
              </a:defRPr>
            </a:lvl4pPr>
            <a:lvl5pPr>
              <a:defRPr>
                <a:solidFill>
                  <a:schemeClr val="bg1"/>
                </a:solidFill>
                <a:latin typeface="+mj-lt"/>
              </a:defRPr>
            </a:lvl5pPr>
          </a:lstStyle>
          <a:p>
            <a:pPr lvl="0"/>
            <a:r>
              <a:rPr lang="ja-JP" altLang="en-US"/>
              <a:t>マスター テキストの書式設定</a:t>
            </a:r>
          </a:p>
          <a:p>
            <a:pPr lvl="1"/>
            <a:r>
              <a:rPr lang="ja-JP" altLang="en-US"/>
              <a:t>第 </a:t>
            </a:r>
            <a:r>
              <a:rPr lang="en-US" altLang="ja-JP"/>
              <a:t>2 </a:t>
            </a:r>
            <a:r>
              <a:rPr lang="ja-JP" altLang="en-US"/>
              <a:t>レベル</a:t>
            </a:r>
          </a:p>
        </p:txBody>
      </p:sp>
      <p:sp>
        <p:nvSpPr>
          <p:cNvPr id="4" name="Foliennummernplatzhalter 5"/>
          <p:cNvSpPr txBox="1">
            <a:spLocks/>
          </p:cNvSpPr>
          <p:nvPr userDrawn="1"/>
        </p:nvSpPr>
        <p:spPr>
          <a:xfrm>
            <a:off x="7966800" y="6516000"/>
            <a:ext cx="1647887" cy="161583"/>
          </a:xfrm>
          <a:prstGeom prst="rect">
            <a:avLst/>
          </a:prstGeom>
        </p:spPr>
        <p:txBody>
          <a:bodyPr vert="horz" wrap="square" lIns="0" tIns="0" rIns="0" bIns="0" rtlCol="0" anchor="ctr">
            <a:spAutoFit/>
          </a:bodyPr>
          <a:lstStyle>
            <a:defPPr>
              <a:defRPr lang="de-DE"/>
            </a:defPPr>
            <a:lvl1pPr marL="0" algn="r" defTabSz="914400" rtl="0" eaLnBrk="1" latinLnBrk="0" hangingPunct="1">
              <a:defRPr lang="en-US" sz="1050" b="1" i="0" u="none" strike="noStrike" kern="1200" baseline="0" smtClean="0">
                <a:solidFill>
                  <a:schemeClr val="tx2"/>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tabLst/>
            </a:pPr>
            <a:r>
              <a:rPr lang="en-US" sz="1050" b="1" i="0" u="none" strike="noStrike" kern="1200" baseline="0" dirty="0">
                <a:solidFill>
                  <a:schemeClr val="tx1">
                    <a:lumMod val="60000"/>
                    <a:lumOff val="40000"/>
                  </a:schemeClr>
                </a:solidFill>
                <a:latin typeface="+mj-lt"/>
                <a:ea typeface="+mn-ea"/>
                <a:cs typeface="+mn-cs"/>
              </a:rPr>
              <a:t>BIG IDEAS FOR EVERY SPACE</a:t>
            </a:r>
          </a:p>
        </p:txBody>
      </p:sp>
    </p:spTree>
    <p:extLst>
      <p:ext uri="{BB962C8B-B14F-4D97-AF65-F5344CB8AC3E}">
        <p14:creationId xmlns:p14="http://schemas.microsoft.com/office/powerpoint/2010/main" val="925891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End_Slide">
    <p:spTree>
      <p:nvGrpSpPr>
        <p:cNvPr id="1" name=""/>
        <p:cNvGrpSpPr/>
        <p:nvPr/>
      </p:nvGrpSpPr>
      <p:grpSpPr>
        <a:xfrm>
          <a:off x="0" y="0"/>
          <a:ext cx="0" cy="0"/>
          <a:chOff x="0" y="0"/>
          <a:chExt cx="0" cy="0"/>
        </a:xfrm>
      </p:grpSpPr>
      <p:sp>
        <p:nvSpPr>
          <p:cNvPr id="6" name="Rechteck 5"/>
          <p:cNvSpPr/>
          <p:nvPr userDrawn="1"/>
        </p:nvSpPr>
        <p:spPr>
          <a:xfrm>
            <a:off x="468000" y="540000"/>
            <a:ext cx="11253600" cy="5616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7" name="Textplatzhalter 13"/>
          <p:cNvSpPr>
            <a:spLocks noGrp="1"/>
          </p:cNvSpPr>
          <p:nvPr>
            <p:ph type="body" sz="quarter" idx="13"/>
          </p:nvPr>
        </p:nvSpPr>
        <p:spPr>
          <a:xfrm>
            <a:off x="1080000" y="1800000"/>
            <a:ext cx="5280000" cy="332399"/>
          </a:xfrm>
        </p:spPr>
        <p:txBody>
          <a:bodyPr wrap="square">
            <a:spAutoFit/>
          </a:bodyPr>
          <a:lstStyle>
            <a:lvl1pPr>
              <a:spcAft>
                <a:spcPts val="0"/>
              </a:spcAft>
              <a:defRPr sz="1800" b="1" cap="none" baseline="0">
                <a:solidFill>
                  <a:schemeClr val="bg1"/>
                </a:solidFill>
                <a:latin typeface="+mj-lt"/>
              </a:defRPr>
            </a:lvl1pPr>
            <a:lvl2pPr>
              <a:defRPr sz="1100" b="1" cap="all" baseline="0">
                <a:latin typeface="+mj-lt"/>
              </a:defRPr>
            </a:lvl2pPr>
            <a:lvl3pPr>
              <a:defRPr sz="1100" b="1" cap="all" baseline="0">
                <a:latin typeface="+mj-lt"/>
              </a:defRPr>
            </a:lvl3pPr>
            <a:lvl4pPr>
              <a:defRPr sz="1100" b="1" cap="all" baseline="0">
                <a:latin typeface="+mj-lt"/>
              </a:defRPr>
            </a:lvl4pPr>
            <a:lvl5pPr>
              <a:defRPr sz="1100" b="1" cap="all" baseline="0">
                <a:latin typeface="+mj-lt"/>
              </a:defRPr>
            </a:lvl5pPr>
          </a:lstStyle>
          <a:p>
            <a:pPr lvl="0"/>
            <a:r>
              <a:rPr lang="ja-JP" altLang="en-US"/>
              <a:t>マスター テキストの書式設定</a:t>
            </a:r>
          </a:p>
        </p:txBody>
      </p:sp>
      <p:cxnSp>
        <p:nvCxnSpPr>
          <p:cNvPr id="8" name="Gerade Verbindung 7"/>
          <p:cNvCxnSpPr/>
          <p:nvPr userDrawn="1"/>
        </p:nvCxnSpPr>
        <p:spPr>
          <a:xfrm>
            <a:off x="1080000" y="1268760"/>
            <a:ext cx="2400000" cy="0"/>
          </a:xfrm>
          <a:prstGeom prst="line">
            <a:avLst/>
          </a:prstGeom>
          <a:ln w="38100">
            <a:solidFill>
              <a:schemeClr val="bg1"/>
            </a:solidFill>
            <a:miter lim="800000"/>
          </a:ln>
        </p:spPr>
        <p:style>
          <a:lnRef idx="1">
            <a:schemeClr val="accent1"/>
          </a:lnRef>
          <a:fillRef idx="0">
            <a:schemeClr val="accent1"/>
          </a:fillRef>
          <a:effectRef idx="0">
            <a:schemeClr val="accent1"/>
          </a:effectRef>
          <a:fontRef idx="minor">
            <a:schemeClr val="tx1"/>
          </a:fontRef>
        </p:style>
      </p:cxnSp>
      <p:sp>
        <p:nvSpPr>
          <p:cNvPr id="11" name="テキスト ボックス 1"/>
          <p:cNvSpPr txBox="1"/>
          <p:nvPr userDrawn="1"/>
        </p:nvSpPr>
        <p:spPr>
          <a:xfrm>
            <a:off x="1080000" y="1483200"/>
            <a:ext cx="5088008" cy="369332"/>
          </a:xfrm>
          <a:prstGeom prst="rect">
            <a:avLst/>
          </a:prstGeom>
          <a:noFill/>
        </p:spPr>
        <p:txBody>
          <a:bodyPr wrap="square" lIns="0" rtlCol="0">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b="1" dirty="0">
                <a:solidFill>
                  <a:schemeClr val="bg1"/>
                </a:solidFill>
                <a:latin typeface="+mj-ea"/>
                <a:ea typeface="+mj-ea"/>
              </a:rPr>
              <a:t>BIG</a:t>
            </a:r>
            <a:r>
              <a:rPr kumimoji="1" lang="en-US" altLang="ja-JP" b="1" baseline="0" dirty="0">
                <a:solidFill>
                  <a:schemeClr val="bg1"/>
                </a:solidFill>
                <a:latin typeface="+mj-ea"/>
                <a:ea typeface="+mj-ea"/>
              </a:rPr>
              <a:t> IDEAS FOR EVERY SPACE</a:t>
            </a:r>
            <a:endParaRPr kumimoji="1" lang="ja-JP" altLang="en-US" b="1" dirty="0">
              <a:solidFill>
                <a:schemeClr val="bg1"/>
              </a:solidFill>
              <a:latin typeface="+mj-ea"/>
              <a:ea typeface="+mj-ea"/>
            </a:endParaRPr>
          </a:p>
        </p:txBody>
      </p:sp>
    </p:spTree>
    <p:extLst>
      <p:ext uri="{BB962C8B-B14F-4D97-AF65-F5344CB8AC3E}">
        <p14:creationId xmlns:p14="http://schemas.microsoft.com/office/powerpoint/2010/main" val="27890138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picture + grey badge">
    <p:spTree>
      <p:nvGrpSpPr>
        <p:cNvPr id="1" name=""/>
        <p:cNvGrpSpPr/>
        <p:nvPr/>
      </p:nvGrpSpPr>
      <p:grpSpPr>
        <a:xfrm>
          <a:off x="0" y="0"/>
          <a:ext cx="0" cy="0"/>
          <a:chOff x="0" y="0"/>
          <a:chExt cx="0" cy="0"/>
        </a:xfrm>
      </p:grpSpPr>
      <p:sp>
        <p:nvSpPr>
          <p:cNvPr id="10" name="Bildplatzhalter 2"/>
          <p:cNvSpPr>
            <a:spLocks noGrp="1"/>
          </p:cNvSpPr>
          <p:nvPr>
            <p:ph type="pic" sz="quarter" idx="14"/>
          </p:nvPr>
        </p:nvSpPr>
        <p:spPr>
          <a:xfrm>
            <a:off x="468000" y="0"/>
            <a:ext cx="11253600" cy="6156000"/>
          </a:xfrm>
        </p:spPr>
        <p:txBody>
          <a:bodyPr lIns="144000" tIns="144000">
            <a:normAutofit/>
          </a:bodyPr>
          <a:lstStyle>
            <a:lvl1pPr>
              <a:defRPr sz="1000"/>
            </a:lvl1pPr>
          </a:lstStyle>
          <a:p>
            <a:r>
              <a:rPr lang="ja-JP" altLang="en-US"/>
              <a:t>図を追加</a:t>
            </a:r>
            <a:endParaRPr lang="en-US" dirty="0"/>
          </a:p>
        </p:txBody>
      </p:sp>
      <p:sp>
        <p:nvSpPr>
          <p:cNvPr id="12" name="Textplatzhalter 11"/>
          <p:cNvSpPr>
            <a:spLocks noGrp="1"/>
          </p:cNvSpPr>
          <p:nvPr>
            <p:ph type="body" sz="quarter" idx="11" hasCustomPrompt="1"/>
          </p:nvPr>
        </p:nvSpPr>
        <p:spPr>
          <a:xfrm>
            <a:off x="1080000" y="-1"/>
            <a:ext cx="5040000" cy="2592000"/>
          </a:xfrm>
          <a:solidFill>
            <a:schemeClr val="tx2"/>
          </a:solidFill>
        </p:spPr>
        <p:txBody>
          <a:bodyPr lIns="252000" tIns="252000" rIns="252000" bIns="252000" anchor="b" anchorCtr="0">
            <a:noAutofit/>
          </a:bodyPr>
          <a:lstStyle>
            <a:lvl1pPr>
              <a:lnSpc>
                <a:spcPct val="90000"/>
              </a:lnSpc>
              <a:spcAft>
                <a:spcPts val="0"/>
              </a:spcAft>
              <a:defRPr sz="3600" b="1" cap="all" baseline="0">
                <a:solidFill>
                  <a:schemeClr val="bg1"/>
                </a:solidFill>
                <a:latin typeface="+mj-lt"/>
              </a:defRPr>
            </a:lvl1pPr>
            <a:lvl2pPr marL="0" indent="0">
              <a:spcBef>
                <a:spcPts val="600"/>
              </a:spcBef>
              <a:spcAft>
                <a:spcPts val="0"/>
              </a:spcAft>
              <a:buNone/>
              <a:defRPr sz="2000" b="1" cap="all">
                <a:solidFill>
                  <a:schemeClr val="bg1"/>
                </a:solidFill>
                <a:latin typeface="+mj-lt"/>
              </a:defRPr>
            </a:lvl2pPr>
            <a:lvl3pPr>
              <a:defRPr b="1">
                <a:solidFill>
                  <a:schemeClr val="bg1"/>
                </a:solidFill>
                <a:latin typeface="+mj-lt"/>
              </a:defRPr>
            </a:lvl3pPr>
            <a:lvl4pPr>
              <a:defRPr>
                <a:solidFill>
                  <a:schemeClr val="bg1"/>
                </a:solidFill>
                <a:latin typeface="+mj-lt"/>
              </a:defRPr>
            </a:lvl4pPr>
            <a:lvl5pPr>
              <a:defRPr>
                <a:solidFill>
                  <a:schemeClr val="bg1"/>
                </a:solidFill>
                <a:latin typeface="+mj-lt"/>
              </a:defRPr>
            </a:lvl5pPr>
          </a:lstStyle>
          <a:p>
            <a:pPr lvl="0"/>
            <a:r>
              <a:rPr lang="de-DE" dirty="0"/>
              <a:t>Textmasterformat</a:t>
            </a:r>
            <a:br>
              <a:rPr lang="de-DE" dirty="0"/>
            </a:br>
            <a:r>
              <a:rPr lang="de-DE" dirty="0"/>
              <a:t>bearbeiten</a:t>
            </a:r>
          </a:p>
          <a:p>
            <a:pPr lvl="1"/>
            <a:r>
              <a:rPr lang="de-DE" dirty="0"/>
              <a:t>Zweite Ebene</a:t>
            </a:r>
          </a:p>
        </p:txBody>
      </p:sp>
      <p:sp>
        <p:nvSpPr>
          <p:cNvPr id="9" name="Textplatzhalter 11"/>
          <p:cNvSpPr>
            <a:spLocks noGrp="1"/>
          </p:cNvSpPr>
          <p:nvPr>
            <p:ph type="body" sz="quarter" idx="13"/>
          </p:nvPr>
        </p:nvSpPr>
        <p:spPr>
          <a:xfrm>
            <a:off x="1080000" y="2700000"/>
            <a:ext cx="5040000" cy="609737"/>
          </a:xfrm>
          <a:solidFill>
            <a:srgbClr val="9D9D9D"/>
          </a:solidFill>
        </p:spPr>
        <p:txBody>
          <a:bodyPr lIns="252000" tIns="180000" rIns="180000" bIns="180000" anchor="t" anchorCtr="0">
            <a:spAutoFit/>
          </a:bodyPr>
          <a:lstStyle>
            <a:lvl1pPr>
              <a:lnSpc>
                <a:spcPct val="100000"/>
              </a:lnSpc>
              <a:spcBef>
                <a:spcPts val="0"/>
              </a:spcBef>
              <a:spcAft>
                <a:spcPts val="0"/>
              </a:spcAft>
              <a:defRPr sz="1600" b="0" cap="all" baseline="0">
                <a:solidFill>
                  <a:schemeClr val="bg1"/>
                </a:solidFill>
                <a:latin typeface="+mj-lt"/>
              </a:defRPr>
            </a:lvl1pPr>
            <a:lvl2pPr marL="0" indent="0">
              <a:spcBef>
                <a:spcPts val="600"/>
              </a:spcBef>
              <a:spcAft>
                <a:spcPts val="0"/>
              </a:spcAft>
              <a:buNone/>
              <a:defRPr sz="1600" b="0" cap="none">
                <a:solidFill>
                  <a:schemeClr val="bg1"/>
                </a:solidFill>
                <a:latin typeface="+mj-lt"/>
              </a:defRPr>
            </a:lvl2pPr>
            <a:lvl3pPr>
              <a:defRPr b="1">
                <a:solidFill>
                  <a:schemeClr val="bg1"/>
                </a:solidFill>
                <a:latin typeface="+mj-lt"/>
              </a:defRPr>
            </a:lvl3pPr>
            <a:lvl4pPr>
              <a:defRPr>
                <a:solidFill>
                  <a:schemeClr val="bg1"/>
                </a:solidFill>
                <a:latin typeface="+mj-lt"/>
              </a:defRPr>
            </a:lvl4pPr>
            <a:lvl5pPr>
              <a:defRPr>
                <a:solidFill>
                  <a:schemeClr val="bg1"/>
                </a:solidFill>
                <a:latin typeface="+mj-lt"/>
              </a:defRPr>
            </a:lvl5pPr>
          </a:lstStyle>
          <a:p>
            <a:pPr lvl="0"/>
            <a:r>
              <a:rPr lang="ja-JP" altLang="en-US"/>
              <a:t>マスター テキストの書式設定</a:t>
            </a:r>
          </a:p>
        </p:txBody>
      </p:sp>
      <p:pic>
        <p:nvPicPr>
          <p:cNvPr id="5" name="Bild 4" descr="Badge_grey.png" hidden="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84432" y="0"/>
            <a:ext cx="1419800" cy="1275442"/>
          </a:xfrm>
          <a:prstGeom prst="rect">
            <a:avLst/>
          </a:prstGeom>
        </p:spPr>
      </p:pic>
      <p:sp>
        <p:nvSpPr>
          <p:cNvPr id="3" name="Textplatzhalter 2"/>
          <p:cNvSpPr>
            <a:spLocks noGrp="1"/>
          </p:cNvSpPr>
          <p:nvPr>
            <p:ph type="body" sz="quarter" idx="15"/>
          </p:nvPr>
        </p:nvSpPr>
        <p:spPr>
          <a:xfrm>
            <a:off x="9986400" y="4881600"/>
            <a:ext cx="1418400" cy="1274400"/>
          </a:xfrm>
          <a:blipFill>
            <a:blip r:embed="rId3"/>
            <a:stretch>
              <a:fillRect/>
            </a:stretch>
          </a:blipFill>
        </p:spPr>
        <p:txBody>
          <a:bodyPr>
            <a:noAutofit/>
          </a:bodyPr>
          <a:lstStyle>
            <a:lvl1pPr>
              <a:defRPr sz="800" baseline="0">
                <a:solidFill>
                  <a:schemeClr val="bg1">
                    <a:lumMod val="85000"/>
                  </a:schemeClr>
                </a:solidFill>
              </a:defRPr>
            </a:lvl1pPr>
          </a:lstStyle>
          <a:p>
            <a:pPr lvl="0"/>
            <a:r>
              <a:rPr lang="ja-JP" altLang="en-US"/>
              <a:t>マスター テキストの書式設定</a:t>
            </a:r>
          </a:p>
        </p:txBody>
      </p:sp>
    </p:spTree>
    <p:extLst>
      <p:ext uri="{BB962C8B-B14F-4D97-AF65-F5344CB8AC3E}">
        <p14:creationId xmlns:p14="http://schemas.microsoft.com/office/powerpoint/2010/main" val="13959723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_grey + badge">
    <p:spTree>
      <p:nvGrpSpPr>
        <p:cNvPr id="1" name=""/>
        <p:cNvGrpSpPr/>
        <p:nvPr/>
      </p:nvGrpSpPr>
      <p:grpSpPr>
        <a:xfrm>
          <a:off x="0" y="0"/>
          <a:ext cx="0" cy="0"/>
          <a:chOff x="0" y="0"/>
          <a:chExt cx="0" cy="0"/>
        </a:xfrm>
      </p:grpSpPr>
      <p:sp>
        <p:nvSpPr>
          <p:cNvPr id="10" name="Rechteck 9"/>
          <p:cNvSpPr/>
          <p:nvPr userDrawn="1"/>
        </p:nvSpPr>
        <p:spPr>
          <a:xfrm>
            <a:off x="468000" y="0"/>
            <a:ext cx="11253600" cy="6156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2" name="Textplatzhalter 11"/>
          <p:cNvSpPr>
            <a:spLocks noGrp="1"/>
          </p:cNvSpPr>
          <p:nvPr>
            <p:ph type="body" sz="quarter" idx="11" hasCustomPrompt="1"/>
          </p:nvPr>
        </p:nvSpPr>
        <p:spPr>
          <a:xfrm>
            <a:off x="1080000" y="-1"/>
            <a:ext cx="5040000" cy="2592000"/>
          </a:xfrm>
          <a:solidFill>
            <a:schemeClr val="tx2"/>
          </a:solidFill>
        </p:spPr>
        <p:txBody>
          <a:bodyPr lIns="252000" tIns="252000" rIns="180000" bIns="252000" anchor="b" anchorCtr="0">
            <a:noAutofit/>
          </a:bodyPr>
          <a:lstStyle>
            <a:lvl1pPr>
              <a:lnSpc>
                <a:spcPct val="90000"/>
              </a:lnSpc>
              <a:spcAft>
                <a:spcPts val="0"/>
              </a:spcAft>
              <a:defRPr sz="3600" b="1" cap="all" baseline="0">
                <a:solidFill>
                  <a:schemeClr val="bg1"/>
                </a:solidFill>
                <a:latin typeface="+mj-lt"/>
              </a:defRPr>
            </a:lvl1pPr>
            <a:lvl2pPr marL="0" indent="0">
              <a:spcBef>
                <a:spcPts val="600"/>
              </a:spcBef>
              <a:spcAft>
                <a:spcPts val="0"/>
              </a:spcAft>
              <a:buNone/>
              <a:defRPr sz="2000" b="1" cap="all">
                <a:solidFill>
                  <a:schemeClr val="bg1"/>
                </a:solidFill>
                <a:latin typeface="+mj-lt"/>
              </a:defRPr>
            </a:lvl2pPr>
            <a:lvl3pPr>
              <a:defRPr b="1">
                <a:solidFill>
                  <a:schemeClr val="bg1"/>
                </a:solidFill>
                <a:latin typeface="+mj-lt"/>
              </a:defRPr>
            </a:lvl3pPr>
            <a:lvl4pPr>
              <a:defRPr>
                <a:solidFill>
                  <a:schemeClr val="bg1"/>
                </a:solidFill>
                <a:latin typeface="+mj-lt"/>
              </a:defRPr>
            </a:lvl4pPr>
            <a:lvl5pPr>
              <a:defRPr>
                <a:solidFill>
                  <a:schemeClr val="bg1"/>
                </a:solidFill>
                <a:latin typeface="+mj-lt"/>
              </a:defRPr>
            </a:lvl5pPr>
          </a:lstStyle>
          <a:p>
            <a:pPr lvl="0"/>
            <a:r>
              <a:rPr lang="de-DE" dirty="0"/>
              <a:t>Textmasterformat</a:t>
            </a:r>
            <a:br>
              <a:rPr lang="de-DE" dirty="0"/>
            </a:br>
            <a:r>
              <a:rPr lang="de-DE" dirty="0"/>
              <a:t>bearbeiten</a:t>
            </a:r>
          </a:p>
          <a:p>
            <a:pPr lvl="1"/>
            <a:r>
              <a:rPr lang="de-DE" dirty="0"/>
              <a:t>Zweite Ebene</a:t>
            </a:r>
          </a:p>
        </p:txBody>
      </p:sp>
      <p:sp>
        <p:nvSpPr>
          <p:cNvPr id="9" name="Textplatzhalter 11"/>
          <p:cNvSpPr>
            <a:spLocks noGrp="1"/>
          </p:cNvSpPr>
          <p:nvPr>
            <p:ph type="body" sz="quarter" idx="13"/>
          </p:nvPr>
        </p:nvSpPr>
        <p:spPr>
          <a:xfrm>
            <a:off x="1080000" y="2700000"/>
            <a:ext cx="5040000" cy="609737"/>
          </a:xfrm>
          <a:solidFill>
            <a:schemeClr val="bg1"/>
          </a:solidFill>
        </p:spPr>
        <p:txBody>
          <a:bodyPr lIns="252000" tIns="180000" rIns="180000" bIns="180000" anchor="t" anchorCtr="0">
            <a:spAutoFit/>
          </a:bodyPr>
          <a:lstStyle>
            <a:lvl1pPr>
              <a:lnSpc>
                <a:spcPct val="100000"/>
              </a:lnSpc>
              <a:spcBef>
                <a:spcPts val="0"/>
              </a:spcBef>
              <a:spcAft>
                <a:spcPts val="0"/>
              </a:spcAft>
              <a:defRPr sz="1600" b="0" cap="all" baseline="0">
                <a:solidFill>
                  <a:schemeClr val="accent1"/>
                </a:solidFill>
                <a:latin typeface="+mj-lt"/>
              </a:defRPr>
            </a:lvl1pPr>
            <a:lvl2pPr marL="0" indent="0">
              <a:spcBef>
                <a:spcPts val="600"/>
              </a:spcBef>
              <a:spcAft>
                <a:spcPts val="0"/>
              </a:spcAft>
              <a:buNone/>
              <a:defRPr sz="1600" b="0" cap="none">
                <a:solidFill>
                  <a:schemeClr val="bg1"/>
                </a:solidFill>
                <a:latin typeface="+mj-lt"/>
              </a:defRPr>
            </a:lvl2pPr>
            <a:lvl3pPr>
              <a:defRPr b="1">
                <a:solidFill>
                  <a:schemeClr val="bg1"/>
                </a:solidFill>
                <a:latin typeface="+mj-lt"/>
              </a:defRPr>
            </a:lvl3pPr>
            <a:lvl4pPr>
              <a:defRPr>
                <a:solidFill>
                  <a:schemeClr val="bg1"/>
                </a:solidFill>
                <a:latin typeface="+mj-lt"/>
              </a:defRPr>
            </a:lvl4pPr>
            <a:lvl5pPr>
              <a:defRPr>
                <a:solidFill>
                  <a:schemeClr val="bg1"/>
                </a:solidFill>
                <a:latin typeface="+mj-lt"/>
              </a:defRPr>
            </a:lvl5pPr>
          </a:lstStyle>
          <a:p>
            <a:pPr lvl="0"/>
            <a:r>
              <a:rPr lang="ja-JP" altLang="en-US"/>
              <a:t>マスター テキストの書式設定</a:t>
            </a:r>
          </a:p>
        </p:txBody>
      </p:sp>
      <p:sp>
        <p:nvSpPr>
          <p:cNvPr id="6" name="Textplatzhalter 2"/>
          <p:cNvSpPr>
            <a:spLocks noGrp="1"/>
          </p:cNvSpPr>
          <p:nvPr>
            <p:ph type="body" sz="quarter" idx="15"/>
          </p:nvPr>
        </p:nvSpPr>
        <p:spPr>
          <a:xfrm>
            <a:off x="9986400" y="4881600"/>
            <a:ext cx="1418400" cy="1274400"/>
          </a:xfrm>
          <a:blipFill>
            <a:blip r:embed="rId2"/>
            <a:stretch>
              <a:fillRect/>
            </a:stretch>
          </a:blipFill>
        </p:spPr>
        <p:txBody>
          <a:bodyPr>
            <a:noAutofit/>
          </a:bodyPr>
          <a:lstStyle>
            <a:lvl1pPr>
              <a:defRPr sz="800">
                <a:solidFill>
                  <a:srgbClr val="BFBEBE"/>
                </a:solidFill>
              </a:defRPr>
            </a:lvl1pPr>
          </a:lstStyle>
          <a:p>
            <a:pPr lvl="0"/>
            <a:r>
              <a:rPr lang="ja-JP" altLang="en-US"/>
              <a:t>マスター テキストの書式設定</a:t>
            </a:r>
          </a:p>
        </p:txBody>
      </p:sp>
    </p:spTree>
    <p:extLst>
      <p:ext uri="{BB962C8B-B14F-4D97-AF65-F5344CB8AC3E}">
        <p14:creationId xmlns:p14="http://schemas.microsoft.com/office/powerpoint/2010/main" val="154974886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ja-JP" altLang="en-US"/>
              <a:t>マスター タイトルの書式設定</a:t>
            </a:r>
            <a:endParaRPr lang="en-US" dirty="0"/>
          </a:p>
        </p:txBody>
      </p:sp>
      <p:sp>
        <p:nvSpPr>
          <p:cNvPr id="3" name="Foliennummernplatzhalter 2"/>
          <p:cNvSpPr>
            <a:spLocks noGrp="1"/>
          </p:cNvSpPr>
          <p:nvPr>
            <p:ph type="sldNum" sz="quarter" idx="10"/>
          </p:nvPr>
        </p:nvSpPr>
        <p:spPr/>
        <p:txBody>
          <a:bodyPr/>
          <a:lstStyle/>
          <a:p>
            <a:pPr algn="l"/>
            <a:r>
              <a:rPr lang="de-DE" dirty="0"/>
              <a:t>Page </a:t>
            </a:r>
            <a:fld id="{3FD030EF-7044-4946-962A-5D7D09BD1B34}" type="slidenum">
              <a:rPr lang="de-DE" smtClean="0"/>
              <a:pPr algn="l"/>
              <a:t>‹#›</a:t>
            </a:fld>
            <a:endParaRPr lang="de-DE" dirty="0"/>
          </a:p>
        </p:txBody>
      </p:sp>
      <p:sp>
        <p:nvSpPr>
          <p:cNvPr id="4" name="Inhaltsplatzhalter 2"/>
          <p:cNvSpPr>
            <a:spLocks noGrp="1"/>
          </p:cNvSpPr>
          <p:nvPr>
            <p:ph idx="1"/>
          </p:nvPr>
        </p:nvSpPr>
        <p:spPr>
          <a:xfrm>
            <a:off x="1080000" y="1800000"/>
            <a:ext cx="9000000" cy="295466"/>
          </a:xfrm>
          <a:ln>
            <a:noFill/>
          </a:ln>
        </p:spPr>
        <p:txBody>
          <a:bodyPr>
            <a:spAutoFit/>
          </a:bodyPr>
          <a:lstStyle>
            <a:lvl1pPr marL="177800" indent="-177800">
              <a:spcAft>
                <a:spcPts val="1800"/>
              </a:spcAft>
              <a:buClr>
                <a:schemeClr val="tx2"/>
              </a:buClr>
              <a:buFont typeface="Wingdings" panose="05000000000000000000" pitchFamily="2" charset="2"/>
              <a:buChar char="§"/>
              <a:tabLst>
                <a:tab pos="7177088" algn="r"/>
              </a:tabLst>
              <a:defRPr sz="1600"/>
            </a:lvl1pPr>
          </a:lstStyle>
          <a:p>
            <a:pPr lvl="0"/>
            <a:r>
              <a:rPr lang="ja-JP" altLang="en-US"/>
              <a:t>マスター テキストの書式設定</a:t>
            </a:r>
          </a:p>
        </p:txBody>
      </p:sp>
      <p:cxnSp>
        <p:nvCxnSpPr>
          <p:cNvPr id="5" name="Gerade Verbindung 4"/>
          <p:cNvCxnSpPr/>
          <p:nvPr userDrawn="1"/>
        </p:nvCxnSpPr>
        <p:spPr>
          <a:xfrm>
            <a:off x="1080000" y="1512000"/>
            <a:ext cx="2400000" cy="0"/>
          </a:xfrm>
          <a:prstGeom prst="line">
            <a:avLst/>
          </a:prstGeom>
          <a:ln w="38100">
            <a:solidFill>
              <a:schemeClr val="bg2">
                <a:lumMod val="50000"/>
              </a:schemeClr>
            </a:solidFill>
            <a:miter lim="800000"/>
          </a:ln>
        </p:spPr>
        <p:style>
          <a:lnRef idx="1">
            <a:schemeClr val="accent1"/>
          </a:lnRef>
          <a:fillRef idx="0">
            <a:schemeClr val="accent1"/>
          </a:fillRef>
          <a:effectRef idx="0">
            <a:schemeClr val="accent1"/>
          </a:effectRef>
          <a:fontRef idx="minor">
            <a:schemeClr val="tx1"/>
          </a:fontRef>
        </p:style>
      </p:cxnSp>
      <p:sp>
        <p:nvSpPr>
          <p:cNvPr id="7" name="Foliennummernplatzhalter 5"/>
          <p:cNvSpPr txBox="1">
            <a:spLocks/>
          </p:cNvSpPr>
          <p:nvPr userDrawn="1"/>
        </p:nvSpPr>
        <p:spPr>
          <a:xfrm>
            <a:off x="7966800" y="6516000"/>
            <a:ext cx="1647887" cy="161583"/>
          </a:xfrm>
          <a:prstGeom prst="rect">
            <a:avLst/>
          </a:prstGeom>
        </p:spPr>
        <p:txBody>
          <a:bodyPr vert="horz" wrap="square" lIns="0" tIns="0" rIns="0" bIns="0" rtlCol="0" anchor="ctr">
            <a:spAutoFit/>
          </a:bodyPr>
          <a:lstStyle>
            <a:defPPr>
              <a:defRPr lang="de-DE"/>
            </a:defPPr>
            <a:lvl1pPr marL="0" algn="r" defTabSz="914400" rtl="0" eaLnBrk="1" latinLnBrk="0" hangingPunct="1">
              <a:defRPr lang="en-US" sz="1050" b="1" i="0" u="none" strike="noStrike" kern="1200" baseline="0" smtClean="0">
                <a:solidFill>
                  <a:schemeClr val="tx2"/>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tabLst/>
            </a:pPr>
            <a:r>
              <a:rPr lang="en-US" sz="1050" b="1" i="0" u="none" strike="noStrike" kern="1200" baseline="0" dirty="0">
                <a:solidFill>
                  <a:schemeClr val="tx1">
                    <a:lumMod val="60000"/>
                    <a:lumOff val="40000"/>
                  </a:schemeClr>
                </a:solidFill>
                <a:latin typeface="+mj-lt"/>
                <a:ea typeface="+mn-ea"/>
                <a:cs typeface="+mn-cs"/>
              </a:rPr>
              <a:t>BIG IDEAS FOR EVERY SPACE</a:t>
            </a:r>
          </a:p>
        </p:txBody>
      </p:sp>
    </p:spTree>
    <p:extLst>
      <p:ext uri="{BB962C8B-B14F-4D97-AF65-F5344CB8AC3E}">
        <p14:creationId xmlns:p14="http://schemas.microsoft.com/office/powerpoint/2010/main" val="71463252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 Content">
    <p:spTree>
      <p:nvGrpSpPr>
        <p:cNvPr id="1" name=""/>
        <p:cNvGrpSpPr/>
        <p:nvPr/>
      </p:nvGrpSpPr>
      <p:grpSpPr>
        <a:xfrm>
          <a:off x="0" y="0"/>
          <a:ext cx="0" cy="0"/>
          <a:chOff x="0" y="0"/>
          <a:chExt cx="0" cy="0"/>
        </a:xfrm>
      </p:grpSpPr>
      <p:sp>
        <p:nvSpPr>
          <p:cNvPr id="2" name="Titel 1"/>
          <p:cNvSpPr>
            <a:spLocks noGrp="1"/>
          </p:cNvSpPr>
          <p:nvPr>
            <p:ph type="title"/>
          </p:nvPr>
        </p:nvSpPr>
        <p:spPr>
          <a:xfrm>
            <a:off x="1080000" y="936000"/>
            <a:ext cx="9000000" cy="443198"/>
          </a:xfrm>
        </p:spPr>
        <p:txBody>
          <a:bodyPr/>
          <a:lstStyle/>
          <a:p>
            <a:r>
              <a:rPr lang="ja-JP" altLang="en-US"/>
              <a:t>マスター タイトルの書式設定</a:t>
            </a:r>
            <a:endParaRPr lang="en-US" dirty="0"/>
          </a:p>
        </p:txBody>
      </p:sp>
      <p:sp>
        <p:nvSpPr>
          <p:cNvPr id="3" name="Foliennummernplatzhalter 2"/>
          <p:cNvSpPr>
            <a:spLocks noGrp="1"/>
          </p:cNvSpPr>
          <p:nvPr>
            <p:ph type="sldNum" sz="quarter" idx="10"/>
          </p:nvPr>
        </p:nvSpPr>
        <p:spPr/>
        <p:txBody>
          <a:bodyPr/>
          <a:lstStyle/>
          <a:p>
            <a:pPr algn="l"/>
            <a:r>
              <a:rPr lang="de-DE" dirty="0"/>
              <a:t>Page </a:t>
            </a:r>
            <a:fld id="{3FD030EF-7044-4946-962A-5D7D09BD1B34}" type="slidenum">
              <a:rPr lang="de-DE" smtClean="0"/>
              <a:pPr algn="l"/>
              <a:t>‹#›</a:t>
            </a:fld>
            <a:endParaRPr lang="de-DE" dirty="0"/>
          </a:p>
        </p:txBody>
      </p:sp>
      <p:sp>
        <p:nvSpPr>
          <p:cNvPr id="4" name="Inhaltsplatzhalter 2"/>
          <p:cNvSpPr>
            <a:spLocks noGrp="1"/>
          </p:cNvSpPr>
          <p:nvPr>
            <p:ph idx="1"/>
          </p:nvPr>
        </p:nvSpPr>
        <p:spPr>
          <a:xfrm>
            <a:off x="1080000" y="1800000"/>
            <a:ext cx="9000000" cy="1887696"/>
          </a:xfrm>
        </p:spPr>
        <p:txBody>
          <a:bodyPr/>
          <a:lstStyle>
            <a:lvl1pPr>
              <a:lnSpc>
                <a:spcPct val="120000"/>
              </a:lnSpc>
              <a:spcBef>
                <a:spcPts val="0"/>
              </a:spcBef>
              <a:spcAft>
                <a:spcPts val="800"/>
              </a:spcAft>
              <a:defRPr sz="1600"/>
            </a:lvl1pPr>
            <a:lvl2pPr>
              <a:lnSpc>
                <a:spcPct val="120000"/>
              </a:lnSpc>
              <a:spcBef>
                <a:spcPts val="0"/>
              </a:spcBef>
              <a:spcAft>
                <a:spcPts val="800"/>
              </a:spcAft>
              <a:defRPr sz="1600"/>
            </a:lvl2pPr>
            <a:lvl3pPr>
              <a:lnSpc>
                <a:spcPct val="120000"/>
              </a:lnSpc>
              <a:spcBef>
                <a:spcPts val="0"/>
              </a:spcBef>
              <a:spcAft>
                <a:spcPts val="800"/>
              </a:spcAft>
              <a:defRPr sz="1600"/>
            </a:lvl3pPr>
            <a:lvl4pPr>
              <a:lnSpc>
                <a:spcPct val="120000"/>
              </a:lnSpc>
              <a:spcBef>
                <a:spcPts val="0"/>
              </a:spcBef>
              <a:spcAft>
                <a:spcPts val="800"/>
              </a:spcAft>
              <a:defRPr sz="1600"/>
            </a:lvl4pPr>
            <a:lvl5pPr>
              <a:lnSpc>
                <a:spcPct val="120000"/>
              </a:lnSpc>
              <a:spcBef>
                <a:spcPts val="0"/>
              </a:spcBef>
              <a:spcAft>
                <a:spcPts val="800"/>
              </a:spcAft>
              <a:defRPr sz="160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cxnSp>
        <p:nvCxnSpPr>
          <p:cNvPr id="5" name="Gerade Verbindung 4"/>
          <p:cNvCxnSpPr/>
          <p:nvPr userDrawn="1"/>
        </p:nvCxnSpPr>
        <p:spPr>
          <a:xfrm>
            <a:off x="1080000" y="1512000"/>
            <a:ext cx="2400000" cy="0"/>
          </a:xfrm>
          <a:prstGeom prst="line">
            <a:avLst/>
          </a:prstGeom>
          <a:ln w="38100">
            <a:solidFill>
              <a:schemeClr val="bg2">
                <a:lumMod val="50000"/>
              </a:schemeClr>
            </a:solidFill>
            <a:miter lim="800000"/>
          </a:ln>
        </p:spPr>
        <p:style>
          <a:lnRef idx="1">
            <a:schemeClr val="accent1"/>
          </a:lnRef>
          <a:fillRef idx="0">
            <a:schemeClr val="accent1"/>
          </a:fillRef>
          <a:effectRef idx="0">
            <a:schemeClr val="accent1"/>
          </a:effectRef>
          <a:fontRef idx="minor">
            <a:schemeClr val="tx1"/>
          </a:fontRef>
        </p:style>
      </p:cxnSp>
      <p:sp>
        <p:nvSpPr>
          <p:cNvPr id="6" name="Foliennummernplatzhalter 5"/>
          <p:cNvSpPr txBox="1">
            <a:spLocks/>
          </p:cNvSpPr>
          <p:nvPr userDrawn="1"/>
        </p:nvSpPr>
        <p:spPr>
          <a:xfrm>
            <a:off x="7966800" y="6516000"/>
            <a:ext cx="1647887" cy="161583"/>
          </a:xfrm>
          <a:prstGeom prst="rect">
            <a:avLst/>
          </a:prstGeom>
        </p:spPr>
        <p:txBody>
          <a:bodyPr vert="horz" wrap="square" lIns="0" tIns="0" rIns="0" bIns="0" rtlCol="0" anchor="ctr">
            <a:spAutoFit/>
          </a:bodyPr>
          <a:lstStyle>
            <a:defPPr>
              <a:defRPr lang="de-DE"/>
            </a:defPPr>
            <a:lvl1pPr marL="0" algn="r" defTabSz="914400" rtl="0" eaLnBrk="1" latinLnBrk="0" hangingPunct="1">
              <a:defRPr lang="en-US" sz="1050" b="1" i="0" u="none" strike="noStrike" kern="1200" baseline="0" smtClean="0">
                <a:solidFill>
                  <a:schemeClr val="tx2"/>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tabLst/>
            </a:pPr>
            <a:r>
              <a:rPr lang="en-US" sz="1050" b="1" i="0" u="none" strike="noStrike" kern="1200" baseline="0" dirty="0">
                <a:solidFill>
                  <a:schemeClr val="tx1">
                    <a:lumMod val="60000"/>
                    <a:lumOff val="40000"/>
                  </a:schemeClr>
                </a:solidFill>
                <a:latin typeface="+mj-lt"/>
                <a:ea typeface="+mn-ea"/>
                <a:cs typeface="+mn-cs"/>
              </a:rPr>
              <a:t>BIG IDEAS FOR EVERY SPACE</a:t>
            </a:r>
          </a:p>
        </p:txBody>
      </p:sp>
    </p:spTree>
    <p:extLst>
      <p:ext uri="{BB962C8B-B14F-4D97-AF65-F5344CB8AC3E}">
        <p14:creationId xmlns:p14="http://schemas.microsoft.com/office/powerpoint/2010/main" val="410500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 Text 2col">
    <p:spTree>
      <p:nvGrpSpPr>
        <p:cNvPr id="1" name=""/>
        <p:cNvGrpSpPr/>
        <p:nvPr/>
      </p:nvGrpSpPr>
      <p:grpSpPr>
        <a:xfrm>
          <a:off x="0" y="0"/>
          <a:ext cx="0" cy="0"/>
          <a:chOff x="0" y="0"/>
          <a:chExt cx="0" cy="0"/>
        </a:xfrm>
      </p:grpSpPr>
      <p:sp>
        <p:nvSpPr>
          <p:cNvPr id="2" name="Titel 1"/>
          <p:cNvSpPr>
            <a:spLocks noGrp="1"/>
          </p:cNvSpPr>
          <p:nvPr>
            <p:ph type="title"/>
          </p:nvPr>
        </p:nvSpPr>
        <p:spPr>
          <a:xfrm>
            <a:off x="1080000" y="936000"/>
            <a:ext cx="9000000" cy="443198"/>
          </a:xfrm>
        </p:spPr>
        <p:txBody>
          <a:bodyPr/>
          <a:lstStyle/>
          <a:p>
            <a:r>
              <a:rPr lang="ja-JP" altLang="en-US"/>
              <a:t>マスター タイトルの書式設定</a:t>
            </a:r>
            <a:endParaRPr lang="en-US"/>
          </a:p>
        </p:txBody>
      </p:sp>
      <p:sp>
        <p:nvSpPr>
          <p:cNvPr id="3" name="Foliennummernplatzhalter 2"/>
          <p:cNvSpPr>
            <a:spLocks noGrp="1"/>
          </p:cNvSpPr>
          <p:nvPr>
            <p:ph type="sldNum" sz="quarter" idx="10"/>
          </p:nvPr>
        </p:nvSpPr>
        <p:spPr/>
        <p:txBody>
          <a:bodyPr/>
          <a:lstStyle/>
          <a:p>
            <a:pPr algn="l"/>
            <a:r>
              <a:rPr lang="de-DE" dirty="0"/>
              <a:t>Page </a:t>
            </a:r>
            <a:fld id="{3FD030EF-7044-4946-962A-5D7D09BD1B34}" type="slidenum">
              <a:rPr lang="de-DE" smtClean="0"/>
              <a:pPr algn="l"/>
              <a:t>‹#›</a:t>
            </a:fld>
            <a:endParaRPr lang="de-DE" dirty="0"/>
          </a:p>
        </p:txBody>
      </p:sp>
      <p:cxnSp>
        <p:nvCxnSpPr>
          <p:cNvPr id="5" name="Gerade Verbindung 4"/>
          <p:cNvCxnSpPr/>
          <p:nvPr userDrawn="1"/>
        </p:nvCxnSpPr>
        <p:spPr>
          <a:xfrm>
            <a:off x="1080000" y="1512000"/>
            <a:ext cx="2400000" cy="0"/>
          </a:xfrm>
          <a:prstGeom prst="line">
            <a:avLst/>
          </a:prstGeom>
          <a:ln w="38100">
            <a:solidFill>
              <a:schemeClr val="bg2">
                <a:lumMod val="50000"/>
              </a:schemeClr>
            </a:solidFill>
            <a:miter lim="800000"/>
          </a:ln>
        </p:spPr>
        <p:style>
          <a:lnRef idx="1">
            <a:schemeClr val="accent1"/>
          </a:lnRef>
          <a:fillRef idx="0">
            <a:schemeClr val="accent1"/>
          </a:fillRef>
          <a:effectRef idx="0">
            <a:schemeClr val="accent1"/>
          </a:effectRef>
          <a:fontRef idx="minor">
            <a:schemeClr val="tx1"/>
          </a:fontRef>
        </p:style>
      </p:cxnSp>
      <p:sp>
        <p:nvSpPr>
          <p:cNvPr id="13" name="Textplatzhalter 4"/>
          <p:cNvSpPr>
            <a:spLocks noGrp="1"/>
          </p:cNvSpPr>
          <p:nvPr>
            <p:ph type="body" sz="quarter" idx="14"/>
          </p:nvPr>
        </p:nvSpPr>
        <p:spPr>
          <a:xfrm>
            <a:off x="1080000" y="1800000"/>
            <a:ext cx="4860000" cy="1887696"/>
          </a:xfrm>
        </p:spPr>
        <p:txBody>
          <a:bodyPr>
            <a:sp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4" name="Textplatzhalter 4"/>
          <p:cNvSpPr>
            <a:spLocks noGrp="1"/>
          </p:cNvSpPr>
          <p:nvPr>
            <p:ph type="body" sz="quarter" idx="15"/>
          </p:nvPr>
        </p:nvSpPr>
        <p:spPr>
          <a:xfrm>
            <a:off x="6300000" y="1800000"/>
            <a:ext cx="4860000" cy="1887696"/>
          </a:xfrm>
        </p:spPr>
        <p:txBody>
          <a:bodyPr>
            <a:sp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Foliennummernplatzhalter 5"/>
          <p:cNvSpPr txBox="1">
            <a:spLocks/>
          </p:cNvSpPr>
          <p:nvPr userDrawn="1"/>
        </p:nvSpPr>
        <p:spPr>
          <a:xfrm>
            <a:off x="7966800" y="6516000"/>
            <a:ext cx="1647887" cy="161583"/>
          </a:xfrm>
          <a:prstGeom prst="rect">
            <a:avLst/>
          </a:prstGeom>
        </p:spPr>
        <p:txBody>
          <a:bodyPr vert="horz" wrap="square" lIns="0" tIns="0" rIns="0" bIns="0" rtlCol="0" anchor="ctr">
            <a:spAutoFit/>
          </a:bodyPr>
          <a:lstStyle>
            <a:defPPr>
              <a:defRPr lang="de-DE"/>
            </a:defPPr>
            <a:lvl1pPr marL="0" algn="r" defTabSz="914400" rtl="0" eaLnBrk="1" latinLnBrk="0" hangingPunct="1">
              <a:defRPr lang="en-US" sz="1050" b="1" i="0" u="none" strike="noStrike" kern="1200" baseline="0" smtClean="0">
                <a:solidFill>
                  <a:schemeClr val="tx2"/>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tabLst/>
            </a:pPr>
            <a:r>
              <a:rPr lang="en-US" sz="1050" b="1" i="0" u="none" strike="noStrike" kern="1200" baseline="0" dirty="0">
                <a:solidFill>
                  <a:schemeClr val="tx1">
                    <a:lumMod val="60000"/>
                    <a:lumOff val="40000"/>
                  </a:schemeClr>
                </a:solidFill>
                <a:latin typeface="+mj-lt"/>
                <a:ea typeface="+mn-ea"/>
                <a:cs typeface="+mn-cs"/>
              </a:rPr>
              <a:t>BIG IDEAS FOR EVERY SPACE</a:t>
            </a:r>
          </a:p>
        </p:txBody>
      </p:sp>
    </p:spTree>
    <p:extLst>
      <p:ext uri="{BB962C8B-B14F-4D97-AF65-F5344CB8AC3E}">
        <p14:creationId xmlns:p14="http://schemas.microsoft.com/office/powerpoint/2010/main" val="2284752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Text +1 Picture">
    <p:spTree>
      <p:nvGrpSpPr>
        <p:cNvPr id="1" name=""/>
        <p:cNvGrpSpPr/>
        <p:nvPr/>
      </p:nvGrpSpPr>
      <p:grpSpPr>
        <a:xfrm>
          <a:off x="0" y="0"/>
          <a:ext cx="0" cy="0"/>
          <a:chOff x="0" y="0"/>
          <a:chExt cx="0" cy="0"/>
        </a:xfrm>
      </p:grpSpPr>
      <p:sp>
        <p:nvSpPr>
          <p:cNvPr id="2" name="Titel 1"/>
          <p:cNvSpPr>
            <a:spLocks noGrp="1"/>
          </p:cNvSpPr>
          <p:nvPr>
            <p:ph type="title"/>
          </p:nvPr>
        </p:nvSpPr>
        <p:spPr>
          <a:xfrm>
            <a:off x="1080000" y="936000"/>
            <a:ext cx="9000000" cy="443198"/>
          </a:xfrm>
        </p:spPr>
        <p:txBody>
          <a:bodyPr/>
          <a:lstStyle/>
          <a:p>
            <a:r>
              <a:rPr lang="ja-JP" altLang="en-US"/>
              <a:t>マスター タイトルの書式設定</a:t>
            </a:r>
            <a:endParaRPr lang="en-US"/>
          </a:p>
        </p:txBody>
      </p:sp>
      <p:sp>
        <p:nvSpPr>
          <p:cNvPr id="3" name="Foliennummernplatzhalter 2"/>
          <p:cNvSpPr>
            <a:spLocks noGrp="1"/>
          </p:cNvSpPr>
          <p:nvPr>
            <p:ph type="sldNum" sz="quarter" idx="10"/>
          </p:nvPr>
        </p:nvSpPr>
        <p:spPr/>
        <p:txBody>
          <a:bodyPr/>
          <a:lstStyle/>
          <a:p>
            <a:pPr algn="l"/>
            <a:r>
              <a:rPr lang="de-DE" dirty="0"/>
              <a:t>Page </a:t>
            </a:r>
            <a:fld id="{3FD030EF-7044-4946-962A-5D7D09BD1B34}" type="slidenum">
              <a:rPr lang="de-DE" smtClean="0"/>
              <a:pPr algn="l"/>
              <a:t>‹#›</a:t>
            </a:fld>
            <a:endParaRPr lang="de-DE" dirty="0"/>
          </a:p>
        </p:txBody>
      </p:sp>
      <p:cxnSp>
        <p:nvCxnSpPr>
          <p:cNvPr id="5" name="Gerade Verbindung 4"/>
          <p:cNvCxnSpPr/>
          <p:nvPr userDrawn="1"/>
        </p:nvCxnSpPr>
        <p:spPr>
          <a:xfrm>
            <a:off x="1080000" y="1512000"/>
            <a:ext cx="2400000" cy="0"/>
          </a:xfrm>
          <a:prstGeom prst="line">
            <a:avLst/>
          </a:prstGeom>
          <a:ln w="38100">
            <a:solidFill>
              <a:schemeClr val="bg2">
                <a:lumMod val="50000"/>
              </a:schemeClr>
            </a:solidFill>
            <a:miter lim="800000"/>
          </a:ln>
        </p:spPr>
        <p:style>
          <a:lnRef idx="1">
            <a:schemeClr val="accent1"/>
          </a:lnRef>
          <a:fillRef idx="0">
            <a:schemeClr val="accent1"/>
          </a:fillRef>
          <a:effectRef idx="0">
            <a:schemeClr val="accent1"/>
          </a:effectRef>
          <a:fontRef idx="minor">
            <a:schemeClr val="tx1"/>
          </a:fontRef>
        </p:style>
      </p:cxnSp>
      <p:sp>
        <p:nvSpPr>
          <p:cNvPr id="13" name="Textplatzhalter 4"/>
          <p:cNvSpPr>
            <a:spLocks noGrp="1"/>
          </p:cNvSpPr>
          <p:nvPr>
            <p:ph type="body" sz="quarter" idx="14"/>
          </p:nvPr>
        </p:nvSpPr>
        <p:spPr>
          <a:xfrm>
            <a:off x="1080000" y="1800000"/>
            <a:ext cx="4860000" cy="1887696"/>
          </a:xfrm>
        </p:spPr>
        <p:txBody>
          <a:bodyPr>
            <a:sp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5" name="Bildplatzhalter 3"/>
          <p:cNvSpPr>
            <a:spLocks noGrp="1"/>
          </p:cNvSpPr>
          <p:nvPr>
            <p:ph type="pic" sz="quarter" idx="15"/>
          </p:nvPr>
        </p:nvSpPr>
        <p:spPr>
          <a:xfrm>
            <a:off x="6300000" y="1800000"/>
            <a:ext cx="5400000" cy="4248000"/>
          </a:xfrm>
          <a:ln w="6350">
            <a:noFill/>
          </a:ln>
        </p:spPr>
        <p:txBody>
          <a:bodyPr lIns="144000" tIns="144000">
            <a:normAutofit/>
          </a:bodyPr>
          <a:lstStyle>
            <a:lvl1pPr>
              <a:defRPr sz="1000"/>
            </a:lvl1pPr>
          </a:lstStyle>
          <a:p>
            <a:r>
              <a:rPr lang="ja-JP" altLang="en-US"/>
              <a:t>図を追加</a:t>
            </a:r>
            <a:endParaRPr lang="en-US" dirty="0"/>
          </a:p>
        </p:txBody>
      </p:sp>
      <p:sp>
        <p:nvSpPr>
          <p:cNvPr id="7" name="Foliennummernplatzhalter 5"/>
          <p:cNvSpPr txBox="1">
            <a:spLocks/>
          </p:cNvSpPr>
          <p:nvPr userDrawn="1"/>
        </p:nvSpPr>
        <p:spPr>
          <a:xfrm>
            <a:off x="7966800" y="6516000"/>
            <a:ext cx="1647887" cy="161583"/>
          </a:xfrm>
          <a:prstGeom prst="rect">
            <a:avLst/>
          </a:prstGeom>
        </p:spPr>
        <p:txBody>
          <a:bodyPr vert="horz" wrap="square" lIns="0" tIns="0" rIns="0" bIns="0" rtlCol="0" anchor="ctr">
            <a:spAutoFit/>
          </a:bodyPr>
          <a:lstStyle>
            <a:defPPr>
              <a:defRPr lang="de-DE"/>
            </a:defPPr>
            <a:lvl1pPr marL="0" algn="r" defTabSz="914400" rtl="0" eaLnBrk="1" latinLnBrk="0" hangingPunct="1">
              <a:defRPr lang="en-US" sz="1050" b="1" i="0" u="none" strike="noStrike" kern="1200" baseline="0" smtClean="0">
                <a:solidFill>
                  <a:schemeClr val="tx2"/>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tabLst/>
            </a:pPr>
            <a:r>
              <a:rPr lang="en-US" sz="1050" b="1" i="0" u="none" strike="noStrike" kern="1200" baseline="0" dirty="0">
                <a:solidFill>
                  <a:schemeClr val="tx1">
                    <a:lumMod val="60000"/>
                    <a:lumOff val="40000"/>
                  </a:schemeClr>
                </a:solidFill>
                <a:latin typeface="+mj-lt"/>
                <a:ea typeface="+mn-ea"/>
                <a:cs typeface="+mn-cs"/>
              </a:rPr>
              <a:t>BIG IDEAS FOR EVERY SPACE</a:t>
            </a:r>
          </a:p>
        </p:txBody>
      </p:sp>
    </p:spTree>
    <p:extLst>
      <p:ext uri="{BB962C8B-B14F-4D97-AF65-F5344CB8AC3E}">
        <p14:creationId xmlns:p14="http://schemas.microsoft.com/office/powerpoint/2010/main" val="262552698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Text + 4 pictures">
    <p:spTree>
      <p:nvGrpSpPr>
        <p:cNvPr id="1" name=""/>
        <p:cNvGrpSpPr/>
        <p:nvPr/>
      </p:nvGrpSpPr>
      <p:grpSpPr>
        <a:xfrm>
          <a:off x="0" y="0"/>
          <a:ext cx="0" cy="0"/>
          <a:chOff x="0" y="0"/>
          <a:chExt cx="0" cy="0"/>
        </a:xfrm>
      </p:grpSpPr>
      <p:sp>
        <p:nvSpPr>
          <p:cNvPr id="2" name="Titel 1"/>
          <p:cNvSpPr>
            <a:spLocks noGrp="1"/>
          </p:cNvSpPr>
          <p:nvPr>
            <p:ph type="title"/>
          </p:nvPr>
        </p:nvSpPr>
        <p:spPr>
          <a:xfrm>
            <a:off x="1080000" y="936000"/>
            <a:ext cx="9000000" cy="443198"/>
          </a:xfrm>
        </p:spPr>
        <p:txBody>
          <a:bodyPr/>
          <a:lstStyle/>
          <a:p>
            <a:r>
              <a:rPr lang="ja-JP" altLang="en-US"/>
              <a:t>マスター タイトルの書式設定</a:t>
            </a:r>
            <a:endParaRPr lang="en-US"/>
          </a:p>
        </p:txBody>
      </p:sp>
      <p:sp>
        <p:nvSpPr>
          <p:cNvPr id="3" name="Foliennummernplatzhalter 2"/>
          <p:cNvSpPr>
            <a:spLocks noGrp="1"/>
          </p:cNvSpPr>
          <p:nvPr>
            <p:ph type="sldNum" sz="quarter" idx="10"/>
          </p:nvPr>
        </p:nvSpPr>
        <p:spPr/>
        <p:txBody>
          <a:bodyPr/>
          <a:lstStyle/>
          <a:p>
            <a:pPr algn="l"/>
            <a:r>
              <a:rPr lang="de-DE" dirty="0"/>
              <a:t>Page </a:t>
            </a:r>
            <a:fld id="{3FD030EF-7044-4946-962A-5D7D09BD1B34}" type="slidenum">
              <a:rPr lang="de-DE" smtClean="0"/>
              <a:pPr algn="l"/>
              <a:t>‹#›</a:t>
            </a:fld>
            <a:endParaRPr lang="de-DE" dirty="0"/>
          </a:p>
        </p:txBody>
      </p:sp>
      <p:cxnSp>
        <p:nvCxnSpPr>
          <p:cNvPr id="5" name="Gerade Verbindung 4"/>
          <p:cNvCxnSpPr/>
          <p:nvPr userDrawn="1"/>
        </p:nvCxnSpPr>
        <p:spPr>
          <a:xfrm>
            <a:off x="1080000" y="1512000"/>
            <a:ext cx="2400000" cy="0"/>
          </a:xfrm>
          <a:prstGeom prst="line">
            <a:avLst/>
          </a:prstGeom>
          <a:ln w="38100">
            <a:solidFill>
              <a:schemeClr val="bg2">
                <a:lumMod val="50000"/>
              </a:schemeClr>
            </a:solidFill>
            <a:miter lim="800000"/>
          </a:ln>
        </p:spPr>
        <p:style>
          <a:lnRef idx="1">
            <a:schemeClr val="accent1"/>
          </a:lnRef>
          <a:fillRef idx="0">
            <a:schemeClr val="accent1"/>
          </a:fillRef>
          <a:effectRef idx="0">
            <a:schemeClr val="accent1"/>
          </a:effectRef>
          <a:fontRef idx="minor">
            <a:schemeClr val="tx1"/>
          </a:fontRef>
        </p:style>
      </p:cxnSp>
      <p:sp>
        <p:nvSpPr>
          <p:cNvPr id="13" name="Textplatzhalter 4"/>
          <p:cNvSpPr>
            <a:spLocks noGrp="1"/>
          </p:cNvSpPr>
          <p:nvPr>
            <p:ph type="body" sz="quarter" idx="14"/>
          </p:nvPr>
        </p:nvSpPr>
        <p:spPr>
          <a:xfrm>
            <a:off x="1080000" y="1800000"/>
            <a:ext cx="4860000" cy="1887696"/>
          </a:xfrm>
        </p:spPr>
        <p:txBody>
          <a:bodyPr>
            <a:sp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4" name="Bildplatzhalter 3"/>
          <p:cNvSpPr>
            <a:spLocks noGrp="1"/>
          </p:cNvSpPr>
          <p:nvPr>
            <p:ph type="pic" sz="quarter" idx="15"/>
          </p:nvPr>
        </p:nvSpPr>
        <p:spPr>
          <a:xfrm>
            <a:off x="6300000" y="1800000"/>
            <a:ext cx="2628000" cy="1980000"/>
          </a:xfrm>
          <a:ln w="6350">
            <a:solidFill>
              <a:schemeClr val="tx1">
                <a:lumMod val="20000"/>
                <a:lumOff val="80000"/>
              </a:schemeClr>
            </a:solidFill>
          </a:ln>
        </p:spPr>
        <p:txBody>
          <a:bodyPr lIns="144000" tIns="144000">
            <a:normAutofit/>
          </a:bodyPr>
          <a:lstStyle>
            <a:lvl1pPr>
              <a:defRPr sz="1000"/>
            </a:lvl1pPr>
          </a:lstStyle>
          <a:p>
            <a:r>
              <a:rPr lang="ja-JP" altLang="en-US"/>
              <a:t>図を追加</a:t>
            </a:r>
            <a:endParaRPr lang="en-US" dirty="0"/>
          </a:p>
        </p:txBody>
      </p:sp>
      <p:sp>
        <p:nvSpPr>
          <p:cNvPr id="16" name="Bildplatzhalter 3"/>
          <p:cNvSpPr>
            <a:spLocks noGrp="1"/>
          </p:cNvSpPr>
          <p:nvPr>
            <p:ph type="pic" sz="quarter" idx="16"/>
          </p:nvPr>
        </p:nvSpPr>
        <p:spPr>
          <a:xfrm>
            <a:off x="9072352" y="1800000"/>
            <a:ext cx="2628000" cy="1980000"/>
          </a:xfrm>
          <a:ln w="6350">
            <a:solidFill>
              <a:schemeClr val="tx1">
                <a:lumMod val="20000"/>
                <a:lumOff val="80000"/>
              </a:schemeClr>
            </a:solidFill>
          </a:ln>
        </p:spPr>
        <p:txBody>
          <a:bodyPr lIns="144000" tIns="144000">
            <a:normAutofit/>
          </a:bodyPr>
          <a:lstStyle>
            <a:lvl1pPr>
              <a:defRPr sz="1000"/>
            </a:lvl1pPr>
          </a:lstStyle>
          <a:p>
            <a:r>
              <a:rPr lang="ja-JP" altLang="en-US"/>
              <a:t>図を追加</a:t>
            </a:r>
            <a:endParaRPr lang="en-US" dirty="0"/>
          </a:p>
        </p:txBody>
      </p:sp>
      <p:sp>
        <p:nvSpPr>
          <p:cNvPr id="17" name="Bildplatzhalter 3"/>
          <p:cNvSpPr>
            <a:spLocks noGrp="1"/>
          </p:cNvSpPr>
          <p:nvPr>
            <p:ph type="pic" sz="quarter" idx="17"/>
          </p:nvPr>
        </p:nvSpPr>
        <p:spPr>
          <a:xfrm>
            <a:off x="6300000" y="3924000"/>
            <a:ext cx="2628000" cy="1980000"/>
          </a:xfrm>
          <a:ln w="6350">
            <a:solidFill>
              <a:schemeClr val="tx1">
                <a:lumMod val="20000"/>
                <a:lumOff val="80000"/>
              </a:schemeClr>
            </a:solidFill>
          </a:ln>
        </p:spPr>
        <p:txBody>
          <a:bodyPr lIns="144000" tIns="144000">
            <a:normAutofit/>
          </a:bodyPr>
          <a:lstStyle>
            <a:lvl1pPr>
              <a:defRPr sz="1000"/>
            </a:lvl1pPr>
          </a:lstStyle>
          <a:p>
            <a:r>
              <a:rPr lang="ja-JP" altLang="en-US"/>
              <a:t>図を追加</a:t>
            </a:r>
            <a:endParaRPr lang="en-US" dirty="0"/>
          </a:p>
        </p:txBody>
      </p:sp>
      <p:sp>
        <p:nvSpPr>
          <p:cNvPr id="18" name="Bildplatzhalter 3"/>
          <p:cNvSpPr>
            <a:spLocks noGrp="1"/>
          </p:cNvSpPr>
          <p:nvPr>
            <p:ph type="pic" sz="quarter" idx="18"/>
          </p:nvPr>
        </p:nvSpPr>
        <p:spPr>
          <a:xfrm>
            <a:off x="9072352" y="3924000"/>
            <a:ext cx="2628000" cy="1980000"/>
          </a:xfrm>
          <a:ln w="6350">
            <a:solidFill>
              <a:schemeClr val="tx1">
                <a:lumMod val="20000"/>
                <a:lumOff val="80000"/>
              </a:schemeClr>
            </a:solidFill>
          </a:ln>
        </p:spPr>
        <p:txBody>
          <a:bodyPr lIns="144000" tIns="144000">
            <a:normAutofit/>
          </a:bodyPr>
          <a:lstStyle>
            <a:lvl1pPr>
              <a:defRPr sz="1000"/>
            </a:lvl1pPr>
          </a:lstStyle>
          <a:p>
            <a:r>
              <a:rPr lang="ja-JP" altLang="en-US"/>
              <a:t>図を追加</a:t>
            </a:r>
            <a:endParaRPr lang="en-US" dirty="0"/>
          </a:p>
        </p:txBody>
      </p:sp>
      <p:sp>
        <p:nvSpPr>
          <p:cNvPr id="10" name="Foliennummernplatzhalter 5"/>
          <p:cNvSpPr txBox="1">
            <a:spLocks/>
          </p:cNvSpPr>
          <p:nvPr userDrawn="1"/>
        </p:nvSpPr>
        <p:spPr>
          <a:xfrm>
            <a:off x="7966800" y="6516000"/>
            <a:ext cx="1647887" cy="161583"/>
          </a:xfrm>
          <a:prstGeom prst="rect">
            <a:avLst/>
          </a:prstGeom>
        </p:spPr>
        <p:txBody>
          <a:bodyPr vert="horz" wrap="square" lIns="0" tIns="0" rIns="0" bIns="0" rtlCol="0" anchor="ctr">
            <a:spAutoFit/>
          </a:bodyPr>
          <a:lstStyle>
            <a:defPPr>
              <a:defRPr lang="de-DE"/>
            </a:defPPr>
            <a:lvl1pPr marL="0" algn="r" defTabSz="914400" rtl="0" eaLnBrk="1" latinLnBrk="0" hangingPunct="1">
              <a:defRPr lang="en-US" sz="1050" b="1" i="0" u="none" strike="noStrike" kern="1200" baseline="0" smtClean="0">
                <a:solidFill>
                  <a:schemeClr val="tx2"/>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tabLst/>
            </a:pPr>
            <a:r>
              <a:rPr lang="en-US" sz="1050" b="1" i="0" u="none" strike="noStrike" kern="1200" baseline="0" dirty="0">
                <a:solidFill>
                  <a:schemeClr val="tx1">
                    <a:lumMod val="60000"/>
                    <a:lumOff val="40000"/>
                  </a:schemeClr>
                </a:solidFill>
                <a:latin typeface="+mj-lt"/>
                <a:ea typeface="+mn-ea"/>
                <a:cs typeface="+mn-cs"/>
              </a:rPr>
              <a:t>BIG IDEAS FOR EVERY SPACE</a:t>
            </a:r>
          </a:p>
        </p:txBody>
      </p:sp>
    </p:spTree>
    <p:extLst>
      <p:ext uri="{BB962C8B-B14F-4D97-AF65-F5344CB8AC3E}">
        <p14:creationId xmlns:p14="http://schemas.microsoft.com/office/powerpoint/2010/main" val="62962517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 Picture large + Caption">
    <p:spTree>
      <p:nvGrpSpPr>
        <p:cNvPr id="1" name=""/>
        <p:cNvGrpSpPr/>
        <p:nvPr/>
      </p:nvGrpSpPr>
      <p:grpSpPr>
        <a:xfrm>
          <a:off x="0" y="0"/>
          <a:ext cx="0" cy="0"/>
          <a:chOff x="0" y="0"/>
          <a:chExt cx="0" cy="0"/>
        </a:xfrm>
      </p:grpSpPr>
      <p:sp>
        <p:nvSpPr>
          <p:cNvPr id="2" name="Titel 1"/>
          <p:cNvSpPr>
            <a:spLocks noGrp="1"/>
          </p:cNvSpPr>
          <p:nvPr>
            <p:ph type="title"/>
          </p:nvPr>
        </p:nvSpPr>
        <p:spPr>
          <a:xfrm>
            <a:off x="1080000" y="936000"/>
            <a:ext cx="9000000" cy="443198"/>
          </a:xfrm>
        </p:spPr>
        <p:txBody>
          <a:bodyPr/>
          <a:lstStyle/>
          <a:p>
            <a:r>
              <a:rPr lang="ja-JP" altLang="en-US"/>
              <a:t>マスター タイトルの書式設定</a:t>
            </a:r>
            <a:endParaRPr lang="en-US"/>
          </a:p>
        </p:txBody>
      </p:sp>
      <p:sp>
        <p:nvSpPr>
          <p:cNvPr id="3" name="Foliennummernplatzhalter 2"/>
          <p:cNvSpPr>
            <a:spLocks noGrp="1"/>
          </p:cNvSpPr>
          <p:nvPr>
            <p:ph type="sldNum" sz="quarter" idx="10"/>
          </p:nvPr>
        </p:nvSpPr>
        <p:spPr/>
        <p:txBody>
          <a:bodyPr/>
          <a:lstStyle/>
          <a:p>
            <a:pPr algn="l"/>
            <a:r>
              <a:rPr lang="de-DE" dirty="0"/>
              <a:t>Page </a:t>
            </a:r>
            <a:fld id="{3FD030EF-7044-4946-962A-5D7D09BD1B34}" type="slidenum">
              <a:rPr lang="de-DE" smtClean="0"/>
              <a:pPr algn="l"/>
              <a:t>‹#›</a:t>
            </a:fld>
            <a:endParaRPr lang="de-DE" dirty="0"/>
          </a:p>
        </p:txBody>
      </p:sp>
      <p:cxnSp>
        <p:nvCxnSpPr>
          <p:cNvPr id="5" name="Gerade Verbindung 4"/>
          <p:cNvCxnSpPr/>
          <p:nvPr userDrawn="1"/>
        </p:nvCxnSpPr>
        <p:spPr>
          <a:xfrm>
            <a:off x="1080000" y="1512000"/>
            <a:ext cx="2400000" cy="0"/>
          </a:xfrm>
          <a:prstGeom prst="line">
            <a:avLst/>
          </a:prstGeom>
          <a:ln w="38100">
            <a:solidFill>
              <a:schemeClr val="bg2">
                <a:lumMod val="50000"/>
              </a:schemeClr>
            </a:solidFill>
            <a:miter lim="800000"/>
          </a:ln>
        </p:spPr>
        <p:style>
          <a:lnRef idx="1">
            <a:schemeClr val="accent1"/>
          </a:lnRef>
          <a:fillRef idx="0">
            <a:schemeClr val="accent1"/>
          </a:fillRef>
          <a:effectRef idx="0">
            <a:schemeClr val="accent1"/>
          </a:effectRef>
          <a:fontRef idx="minor">
            <a:schemeClr val="tx1"/>
          </a:fontRef>
        </p:style>
      </p:cxnSp>
      <p:sp>
        <p:nvSpPr>
          <p:cNvPr id="19" name="Textplatzhalter 6"/>
          <p:cNvSpPr>
            <a:spLocks noGrp="1"/>
          </p:cNvSpPr>
          <p:nvPr>
            <p:ph type="body" sz="quarter" idx="17"/>
          </p:nvPr>
        </p:nvSpPr>
        <p:spPr>
          <a:xfrm>
            <a:off x="9972000" y="2340000"/>
            <a:ext cx="1728000" cy="1239314"/>
          </a:xfrm>
        </p:spPr>
        <p:txBody>
          <a:bodyPr/>
          <a:lstStyle>
            <a:lvl1pPr>
              <a:defRPr sz="1400"/>
            </a:lvl1pPr>
            <a:lvl2pPr>
              <a:defRPr sz="1400"/>
            </a:lvl2pPr>
            <a:lvl3pPr>
              <a:defRPr sz="1400"/>
            </a:lvl3pPr>
            <a:lvl4pPr>
              <a:defRPr sz="1400"/>
            </a:lvl4pPr>
            <a:lvl5pPr>
              <a:defRPr sz="140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p:txBody>
      </p:sp>
      <p:sp>
        <p:nvSpPr>
          <p:cNvPr id="20" name="Bildplatzhalter 8"/>
          <p:cNvSpPr>
            <a:spLocks noGrp="1"/>
          </p:cNvSpPr>
          <p:nvPr>
            <p:ph type="pic" sz="quarter" idx="18"/>
          </p:nvPr>
        </p:nvSpPr>
        <p:spPr>
          <a:xfrm>
            <a:off x="1080000" y="1800000"/>
            <a:ext cx="8100000" cy="4248000"/>
          </a:xfrm>
        </p:spPr>
        <p:txBody>
          <a:bodyPr lIns="144000" tIns="144000">
            <a:noAutofit/>
          </a:bodyPr>
          <a:lstStyle>
            <a:lvl1pPr>
              <a:defRPr sz="1000"/>
            </a:lvl1pPr>
          </a:lstStyle>
          <a:p>
            <a:r>
              <a:rPr lang="ja-JP" altLang="en-US"/>
              <a:t>図を追加</a:t>
            </a:r>
            <a:endParaRPr lang="en-US" dirty="0"/>
          </a:p>
        </p:txBody>
      </p:sp>
      <p:sp>
        <p:nvSpPr>
          <p:cNvPr id="7" name="Foliennummernplatzhalter 5"/>
          <p:cNvSpPr txBox="1">
            <a:spLocks/>
          </p:cNvSpPr>
          <p:nvPr userDrawn="1"/>
        </p:nvSpPr>
        <p:spPr>
          <a:xfrm>
            <a:off x="7966800" y="6516000"/>
            <a:ext cx="1647887" cy="161583"/>
          </a:xfrm>
          <a:prstGeom prst="rect">
            <a:avLst/>
          </a:prstGeom>
        </p:spPr>
        <p:txBody>
          <a:bodyPr vert="horz" wrap="square" lIns="0" tIns="0" rIns="0" bIns="0" rtlCol="0" anchor="ctr">
            <a:spAutoFit/>
          </a:bodyPr>
          <a:lstStyle>
            <a:defPPr>
              <a:defRPr lang="de-DE"/>
            </a:defPPr>
            <a:lvl1pPr marL="0" algn="r" defTabSz="914400" rtl="0" eaLnBrk="1" latinLnBrk="0" hangingPunct="1">
              <a:defRPr lang="en-US" sz="1050" b="1" i="0" u="none" strike="noStrike" kern="1200" baseline="0" smtClean="0">
                <a:solidFill>
                  <a:schemeClr val="tx2"/>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tabLst/>
            </a:pPr>
            <a:r>
              <a:rPr lang="en-US" sz="1050" b="1" i="0" u="none" strike="noStrike" kern="1200" baseline="0" dirty="0">
                <a:solidFill>
                  <a:schemeClr val="tx1">
                    <a:lumMod val="60000"/>
                    <a:lumOff val="40000"/>
                  </a:schemeClr>
                </a:solidFill>
                <a:latin typeface="+mj-lt"/>
                <a:ea typeface="+mn-ea"/>
                <a:cs typeface="+mn-cs"/>
              </a:rPr>
              <a:t>BIG IDEAS FOR EVERY SPACE</a:t>
            </a:r>
          </a:p>
        </p:txBody>
      </p:sp>
    </p:spTree>
    <p:extLst>
      <p:ext uri="{BB962C8B-B14F-4D97-AF65-F5344CB8AC3E}">
        <p14:creationId xmlns:p14="http://schemas.microsoft.com/office/powerpoint/2010/main" val="146418574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Text + Chart">
    <p:spTree>
      <p:nvGrpSpPr>
        <p:cNvPr id="1" name=""/>
        <p:cNvGrpSpPr/>
        <p:nvPr/>
      </p:nvGrpSpPr>
      <p:grpSpPr>
        <a:xfrm>
          <a:off x="0" y="0"/>
          <a:ext cx="0" cy="0"/>
          <a:chOff x="0" y="0"/>
          <a:chExt cx="0" cy="0"/>
        </a:xfrm>
      </p:grpSpPr>
      <p:sp>
        <p:nvSpPr>
          <p:cNvPr id="2" name="Titel 1"/>
          <p:cNvSpPr>
            <a:spLocks noGrp="1"/>
          </p:cNvSpPr>
          <p:nvPr>
            <p:ph type="title"/>
          </p:nvPr>
        </p:nvSpPr>
        <p:spPr>
          <a:xfrm>
            <a:off x="1080000" y="936000"/>
            <a:ext cx="9000000" cy="443198"/>
          </a:xfrm>
        </p:spPr>
        <p:txBody>
          <a:bodyPr/>
          <a:lstStyle/>
          <a:p>
            <a:r>
              <a:rPr lang="ja-JP" altLang="en-US"/>
              <a:t>マスター タイトルの書式設定</a:t>
            </a:r>
            <a:endParaRPr lang="en-US"/>
          </a:p>
        </p:txBody>
      </p:sp>
      <p:sp>
        <p:nvSpPr>
          <p:cNvPr id="3" name="Foliennummernplatzhalter 2"/>
          <p:cNvSpPr>
            <a:spLocks noGrp="1"/>
          </p:cNvSpPr>
          <p:nvPr>
            <p:ph type="sldNum" sz="quarter" idx="10"/>
          </p:nvPr>
        </p:nvSpPr>
        <p:spPr/>
        <p:txBody>
          <a:bodyPr/>
          <a:lstStyle/>
          <a:p>
            <a:pPr algn="l"/>
            <a:r>
              <a:rPr lang="de-DE" dirty="0"/>
              <a:t>Page </a:t>
            </a:r>
            <a:fld id="{3FD030EF-7044-4946-962A-5D7D09BD1B34}" type="slidenum">
              <a:rPr lang="de-DE" smtClean="0"/>
              <a:pPr algn="l"/>
              <a:t>‹#›</a:t>
            </a:fld>
            <a:endParaRPr lang="de-DE" dirty="0"/>
          </a:p>
        </p:txBody>
      </p:sp>
      <p:cxnSp>
        <p:nvCxnSpPr>
          <p:cNvPr id="5" name="Gerade Verbindung 4"/>
          <p:cNvCxnSpPr/>
          <p:nvPr userDrawn="1"/>
        </p:nvCxnSpPr>
        <p:spPr>
          <a:xfrm>
            <a:off x="1080000" y="1512000"/>
            <a:ext cx="2400000" cy="0"/>
          </a:xfrm>
          <a:prstGeom prst="line">
            <a:avLst/>
          </a:prstGeom>
          <a:ln w="38100">
            <a:solidFill>
              <a:schemeClr val="bg2">
                <a:lumMod val="50000"/>
              </a:schemeClr>
            </a:solidFill>
            <a:miter lim="800000"/>
          </a:ln>
        </p:spPr>
        <p:style>
          <a:lnRef idx="1">
            <a:schemeClr val="accent1"/>
          </a:lnRef>
          <a:fillRef idx="0">
            <a:schemeClr val="accent1"/>
          </a:fillRef>
          <a:effectRef idx="0">
            <a:schemeClr val="accent1"/>
          </a:effectRef>
          <a:fontRef idx="minor">
            <a:schemeClr val="tx1"/>
          </a:fontRef>
        </p:style>
      </p:cxnSp>
      <p:sp>
        <p:nvSpPr>
          <p:cNvPr id="24" name="Diagrammplatzhalter 8"/>
          <p:cNvSpPr>
            <a:spLocks noGrp="1"/>
          </p:cNvSpPr>
          <p:nvPr>
            <p:ph type="chart" sz="quarter" idx="17"/>
          </p:nvPr>
        </p:nvSpPr>
        <p:spPr>
          <a:xfrm>
            <a:off x="6480000" y="1692000"/>
            <a:ext cx="5220000" cy="4248000"/>
          </a:xfrm>
          <a:noFill/>
        </p:spPr>
        <p:txBody>
          <a:bodyPr lIns="144000" tIns="144000" rIns="144000" bIns="144000">
            <a:noAutofit/>
          </a:bodyPr>
          <a:lstStyle/>
          <a:p>
            <a:r>
              <a:rPr lang="ja-JP" altLang="en-US"/>
              <a:t>グラフを追加</a:t>
            </a:r>
            <a:endParaRPr lang="en-US" dirty="0"/>
          </a:p>
        </p:txBody>
      </p:sp>
      <p:sp>
        <p:nvSpPr>
          <p:cNvPr id="7" name="Textplatzhalter 4"/>
          <p:cNvSpPr>
            <a:spLocks noGrp="1"/>
          </p:cNvSpPr>
          <p:nvPr>
            <p:ph type="body" sz="quarter" idx="14"/>
          </p:nvPr>
        </p:nvSpPr>
        <p:spPr>
          <a:xfrm>
            <a:off x="1080000" y="1800000"/>
            <a:ext cx="4860000" cy="1887696"/>
          </a:xfrm>
        </p:spPr>
        <p:txBody>
          <a:bodyPr>
            <a:sp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8" name="Foliennummernplatzhalter 5"/>
          <p:cNvSpPr txBox="1">
            <a:spLocks/>
          </p:cNvSpPr>
          <p:nvPr userDrawn="1"/>
        </p:nvSpPr>
        <p:spPr>
          <a:xfrm>
            <a:off x="7966800" y="6516000"/>
            <a:ext cx="1647887" cy="161583"/>
          </a:xfrm>
          <a:prstGeom prst="rect">
            <a:avLst/>
          </a:prstGeom>
        </p:spPr>
        <p:txBody>
          <a:bodyPr vert="horz" wrap="square" lIns="0" tIns="0" rIns="0" bIns="0" rtlCol="0" anchor="ctr">
            <a:spAutoFit/>
          </a:bodyPr>
          <a:lstStyle>
            <a:defPPr>
              <a:defRPr lang="de-DE"/>
            </a:defPPr>
            <a:lvl1pPr marL="0" algn="r" defTabSz="914400" rtl="0" eaLnBrk="1" latinLnBrk="0" hangingPunct="1">
              <a:defRPr lang="en-US" sz="1050" b="1" i="0" u="none" strike="noStrike" kern="1200" baseline="0" smtClean="0">
                <a:solidFill>
                  <a:schemeClr val="tx2"/>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tabLst/>
            </a:pPr>
            <a:r>
              <a:rPr lang="en-US" sz="1050" b="1" i="0" u="none" strike="noStrike" kern="1200" baseline="0" dirty="0">
                <a:solidFill>
                  <a:schemeClr val="tx1">
                    <a:lumMod val="60000"/>
                    <a:lumOff val="40000"/>
                  </a:schemeClr>
                </a:solidFill>
                <a:latin typeface="+mj-lt"/>
                <a:ea typeface="+mn-ea"/>
                <a:cs typeface="+mn-cs"/>
              </a:rPr>
              <a:t>BIG IDEAS FOR EVERY SPACE</a:t>
            </a:r>
          </a:p>
        </p:txBody>
      </p:sp>
    </p:spTree>
    <p:extLst>
      <p:ext uri="{BB962C8B-B14F-4D97-AF65-F5344CB8AC3E}">
        <p14:creationId xmlns:p14="http://schemas.microsoft.com/office/powerpoint/2010/main" val="410983105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 2 Charts">
    <p:spTree>
      <p:nvGrpSpPr>
        <p:cNvPr id="1" name=""/>
        <p:cNvGrpSpPr/>
        <p:nvPr/>
      </p:nvGrpSpPr>
      <p:grpSpPr>
        <a:xfrm>
          <a:off x="0" y="0"/>
          <a:ext cx="0" cy="0"/>
          <a:chOff x="0" y="0"/>
          <a:chExt cx="0" cy="0"/>
        </a:xfrm>
      </p:grpSpPr>
      <p:sp>
        <p:nvSpPr>
          <p:cNvPr id="2" name="Titel 1"/>
          <p:cNvSpPr>
            <a:spLocks noGrp="1"/>
          </p:cNvSpPr>
          <p:nvPr>
            <p:ph type="title"/>
          </p:nvPr>
        </p:nvSpPr>
        <p:spPr>
          <a:xfrm>
            <a:off x="1080000" y="936000"/>
            <a:ext cx="9000000" cy="443198"/>
          </a:xfrm>
        </p:spPr>
        <p:txBody>
          <a:bodyPr/>
          <a:lstStyle/>
          <a:p>
            <a:r>
              <a:rPr lang="ja-JP" altLang="en-US"/>
              <a:t>マスター タイトルの書式設定</a:t>
            </a:r>
            <a:endParaRPr lang="en-US"/>
          </a:p>
        </p:txBody>
      </p:sp>
      <p:sp>
        <p:nvSpPr>
          <p:cNvPr id="3" name="Foliennummernplatzhalter 2"/>
          <p:cNvSpPr>
            <a:spLocks noGrp="1"/>
          </p:cNvSpPr>
          <p:nvPr>
            <p:ph type="sldNum" sz="quarter" idx="10"/>
          </p:nvPr>
        </p:nvSpPr>
        <p:spPr/>
        <p:txBody>
          <a:bodyPr/>
          <a:lstStyle/>
          <a:p>
            <a:pPr algn="l"/>
            <a:r>
              <a:rPr lang="de-DE" dirty="0"/>
              <a:t>Page </a:t>
            </a:r>
            <a:fld id="{3FD030EF-7044-4946-962A-5D7D09BD1B34}" type="slidenum">
              <a:rPr lang="de-DE" smtClean="0"/>
              <a:pPr algn="l"/>
              <a:t>‹#›</a:t>
            </a:fld>
            <a:endParaRPr lang="de-DE" dirty="0"/>
          </a:p>
        </p:txBody>
      </p:sp>
      <p:cxnSp>
        <p:nvCxnSpPr>
          <p:cNvPr id="5" name="Gerade Verbindung 4"/>
          <p:cNvCxnSpPr/>
          <p:nvPr userDrawn="1"/>
        </p:nvCxnSpPr>
        <p:spPr>
          <a:xfrm>
            <a:off x="1080000" y="1512000"/>
            <a:ext cx="2400000" cy="0"/>
          </a:xfrm>
          <a:prstGeom prst="line">
            <a:avLst/>
          </a:prstGeom>
          <a:ln w="38100">
            <a:solidFill>
              <a:schemeClr val="bg2">
                <a:lumMod val="50000"/>
              </a:schemeClr>
            </a:solidFill>
            <a:miter lim="800000"/>
          </a:ln>
        </p:spPr>
        <p:style>
          <a:lnRef idx="1">
            <a:schemeClr val="accent1"/>
          </a:lnRef>
          <a:fillRef idx="0">
            <a:schemeClr val="accent1"/>
          </a:fillRef>
          <a:effectRef idx="0">
            <a:schemeClr val="accent1"/>
          </a:effectRef>
          <a:fontRef idx="minor">
            <a:schemeClr val="tx1"/>
          </a:fontRef>
        </p:style>
      </p:cxnSp>
      <p:sp>
        <p:nvSpPr>
          <p:cNvPr id="23" name="Diagrammplatzhalter 8"/>
          <p:cNvSpPr>
            <a:spLocks noGrp="1"/>
          </p:cNvSpPr>
          <p:nvPr>
            <p:ph type="chart" sz="quarter" idx="16"/>
          </p:nvPr>
        </p:nvSpPr>
        <p:spPr>
          <a:xfrm>
            <a:off x="1080000" y="1692000"/>
            <a:ext cx="5220000" cy="4248000"/>
          </a:xfrm>
          <a:noFill/>
        </p:spPr>
        <p:txBody>
          <a:bodyPr lIns="144000" tIns="144000" rIns="144000" bIns="144000">
            <a:noAutofit/>
          </a:bodyPr>
          <a:lstStyle/>
          <a:p>
            <a:r>
              <a:rPr lang="ja-JP" altLang="en-US"/>
              <a:t>グラフを追加</a:t>
            </a:r>
            <a:endParaRPr lang="en-US" dirty="0"/>
          </a:p>
        </p:txBody>
      </p:sp>
      <p:sp>
        <p:nvSpPr>
          <p:cNvPr id="24" name="Diagrammplatzhalter 8"/>
          <p:cNvSpPr>
            <a:spLocks noGrp="1"/>
          </p:cNvSpPr>
          <p:nvPr>
            <p:ph type="chart" sz="quarter" idx="17"/>
          </p:nvPr>
        </p:nvSpPr>
        <p:spPr>
          <a:xfrm>
            <a:off x="6480000" y="1692000"/>
            <a:ext cx="5220000" cy="4248000"/>
          </a:xfrm>
          <a:noFill/>
        </p:spPr>
        <p:txBody>
          <a:bodyPr lIns="144000" tIns="144000" rIns="144000" bIns="144000">
            <a:noAutofit/>
          </a:bodyPr>
          <a:lstStyle/>
          <a:p>
            <a:r>
              <a:rPr lang="ja-JP" altLang="en-US"/>
              <a:t>グラフを追加</a:t>
            </a:r>
            <a:endParaRPr lang="en-US" dirty="0"/>
          </a:p>
        </p:txBody>
      </p:sp>
      <p:sp>
        <p:nvSpPr>
          <p:cNvPr id="7" name="Foliennummernplatzhalter 5"/>
          <p:cNvSpPr txBox="1">
            <a:spLocks/>
          </p:cNvSpPr>
          <p:nvPr userDrawn="1"/>
        </p:nvSpPr>
        <p:spPr>
          <a:xfrm>
            <a:off x="7966800" y="6516000"/>
            <a:ext cx="1647887" cy="161583"/>
          </a:xfrm>
          <a:prstGeom prst="rect">
            <a:avLst/>
          </a:prstGeom>
        </p:spPr>
        <p:txBody>
          <a:bodyPr vert="horz" wrap="square" lIns="0" tIns="0" rIns="0" bIns="0" rtlCol="0" anchor="ctr">
            <a:spAutoFit/>
          </a:bodyPr>
          <a:lstStyle>
            <a:defPPr>
              <a:defRPr lang="de-DE"/>
            </a:defPPr>
            <a:lvl1pPr marL="0" algn="r" defTabSz="914400" rtl="0" eaLnBrk="1" latinLnBrk="0" hangingPunct="1">
              <a:defRPr lang="en-US" sz="1050" b="1" i="0" u="none" strike="noStrike" kern="1200" baseline="0" smtClean="0">
                <a:solidFill>
                  <a:schemeClr val="tx2"/>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tabLst/>
            </a:pPr>
            <a:r>
              <a:rPr lang="en-US" sz="1050" b="1" i="0" u="none" strike="noStrike" kern="1200" baseline="0" dirty="0">
                <a:solidFill>
                  <a:schemeClr val="tx1">
                    <a:lumMod val="60000"/>
                    <a:lumOff val="40000"/>
                  </a:schemeClr>
                </a:solidFill>
                <a:latin typeface="+mj-lt"/>
                <a:ea typeface="+mn-ea"/>
                <a:cs typeface="+mn-cs"/>
              </a:rPr>
              <a:t>BIG IDEAS FOR EVERY SPACE</a:t>
            </a:r>
          </a:p>
        </p:txBody>
      </p:sp>
    </p:spTree>
    <p:extLst>
      <p:ext uri="{BB962C8B-B14F-4D97-AF65-F5344CB8AC3E}">
        <p14:creationId xmlns:p14="http://schemas.microsoft.com/office/powerpoint/2010/main" val="221941744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Chart large + caption">
    <p:spTree>
      <p:nvGrpSpPr>
        <p:cNvPr id="1" name=""/>
        <p:cNvGrpSpPr/>
        <p:nvPr/>
      </p:nvGrpSpPr>
      <p:grpSpPr>
        <a:xfrm>
          <a:off x="0" y="0"/>
          <a:ext cx="0" cy="0"/>
          <a:chOff x="0" y="0"/>
          <a:chExt cx="0" cy="0"/>
        </a:xfrm>
      </p:grpSpPr>
      <p:sp>
        <p:nvSpPr>
          <p:cNvPr id="2" name="Titel 1"/>
          <p:cNvSpPr>
            <a:spLocks noGrp="1"/>
          </p:cNvSpPr>
          <p:nvPr>
            <p:ph type="title"/>
          </p:nvPr>
        </p:nvSpPr>
        <p:spPr>
          <a:xfrm>
            <a:off x="1080000" y="936000"/>
            <a:ext cx="9000000" cy="443198"/>
          </a:xfrm>
        </p:spPr>
        <p:txBody>
          <a:bodyPr/>
          <a:lstStyle/>
          <a:p>
            <a:r>
              <a:rPr lang="ja-JP" altLang="en-US"/>
              <a:t>マスター タイトルの書式設定</a:t>
            </a:r>
            <a:endParaRPr lang="en-US"/>
          </a:p>
        </p:txBody>
      </p:sp>
      <p:sp>
        <p:nvSpPr>
          <p:cNvPr id="3" name="Foliennummernplatzhalter 2"/>
          <p:cNvSpPr>
            <a:spLocks noGrp="1"/>
          </p:cNvSpPr>
          <p:nvPr>
            <p:ph type="sldNum" sz="quarter" idx="10"/>
          </p:nvPr>
        </p:nvSpPr>
        <p:spPr/>
        <p:txBody>
          <a:bodyPr/>
          <a:lstStyle/>
          <a:p>
            <a:pPr algn="l"/>
            <a:r>
              <a:rPr lang="de-DE" dirty="0"/>
              <a:t>Page </a:t>
            </a:r>
            <a:fld id="{3FD030EF-7044-4946-962A-5D7D09BD1B34}" type="slidenum">
              <a:rPr lang="de-DE" smtClean="0"/>
              <a:pPr algn="l"/>
              <a:t>‹#›</a:t>
            </a:fld>
            <a:endParaRPr lang="de-DE" dirty="0"/>
          </a:p>
        </p:txBody>
      </p:sp>
      <p:cxnSp>
        <p:nvCxnSpPr>
          <p:cNvPr id="5" name="Gerade Verbindung 4"/>
          <p:cNvCxnSpPr/>
          <p:nvPr userDrawn="1"/>
        </p:nvCxnSpPr>
        <p:spPr>
          <a:xfrm>
            <a:off x="1080000" y="1512000"/>
            <a:ext cx="2400000" cy="0"/>
          </a:xfrm>
          <a:prstGeom prst="line">
            <a:avLst/>
          </a:prstGeom>
          <a:ln w="38100">
            <a:solidFill>
              <a:schemeClr val="bg2">
                <a:lumMod val="50000"/>
              </a:schemeClr>
            </a:solidFill>
            <a:miter lim="800000"/>
          </a:ln>
        </p:spPr>
        <p:style>
          <a:lnRef idx="1">
            <a:schemeClr val="accent1"/>
          </a:lnRef>
          <a:fillRef idx="0">
            <a:schemeClr val="accent1"/>
          </a:fillRef>
          <a:effectRef idx="0">
            <a:schemeClr val="accent1"/>
          </a:effectRef>
          <a:fontRef idx="minor">
            <a:schemeClr val="tx1"/>
          </a:fontRef>
        </p:style>
      </p:cxnSp>
      <p:sp>
        <p:nvSpPr>
          <p:cNvPr id="19" name="Diagrammplatzhalter 8"/>
          <p:cNvSpPr>
            <a:spLocks noGrp="1"/>
          </p:cNvSpPr>
          <p:nvPr>
            <p:ph type="chart" sz="quarter" idx="16"/>
          </p:nvPr>
        </p:nvSpPr>
        <p:spPr>
          <a:xfrm>
            <a:off x="1080000" y="1692000"/>
            <a:ext cx="8100000" cy="4068000"/>
          </a:xfrm>
          <a:noFill/>
        </p:spPr>
        <p:txBody>
          <a:bodyPr lIns="144000" tIns="144000" rIns="144000" bIns="144000">
            <a:noAutofit/>
          </a:bodyPr>
          <a:lstStyle/>
          <a:p>
            <a:r>
              <a:rPr lang="ja-JP" altLang="en-US"/>
              <a:t>グラフを追加</a:t>
            </a:r>
            <a:endParaRPr lang="en-US" dirty="0"/>
          </a:p>
        </p:txBody>
      </p:sp>
      <p:sp>
        <p:nvSpPr>
          <p:cNvPr id="20" name="Textplatzhalter 6"/>
          <p:cNvSpPr>
            <a:spLocks noGrp="1"/>
          </p:cNvSpPr>
          <p:nvPr>
            <p:ph type="body" sz="quarter" idx="17"/>
          </p:nvPr>
        </p:nvSpPr>
        <p:spPr>
          <a:xfrm>
            <a:off x="9972000" y="2340000"/>
            <a:ext cx="1728000" cy="1239314"/>
          </a:xfrm>
        </p:spPr>
        <p:txBody>
          <a:bodyPr/>
          <a:lstStyle>
            <a:lvl1pPr>
              <a:defRPr sz="1400"/>
            </a:lvl1pPr>
            <a:lvl2pPr>
              <a:defRPr sz="1400"/>
            </a:lvl2pPr>
            <a:lvl3pPr>
              <a:defRPr sz="1400"/>
            </a:lvl3pPr>
            <a:lvl4pPr>
              <a:defRPr sz="1400"/>
            </a:lvl4pPr>
            <a:lvl5pPr>
              <a:defRPr sz="140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p:txBody>
      </p:sp>
      <p:sp>
        <p:nvSpPr>
          <p:cNvPr id="7" name="Foliennummernplatzhalter 5"/>
          <p:cNvSpPr txBox="1">
            <a:spLocks/>
          </p:cNvSpPr>
          <p:nvPr userDrawn="1"/>
        </p:nvSpPr>
        <p:spPr>
          <a:xfrm>
            <a:off x="7966800" y="6516000"/>
            <a:ext cx="1647887" cy="161583"/>
          </a:xfrm>
          <a:prstGeom prst="rect">
            <a:avLst/>
          </a:prstGeom>
        </p:spPr>
        <p:txBody>
          <a:bodyPr vert="horz" wrap="square" lIns="0" tIns="0" rIns="0" bIns="0" rtlCol="0" anchor="ctr">
            <a:spAutoFit/>
          </a:bodyPr>
          <a:lstStyle>
            <a:defPPr>
              <a:defRPr lang="de-DE"/>
            </a:defPPr>
            <a:lvl1pPr marL="0" algn="r" defTabSz="914400" rtl="0" eaLnBrk="1" latinLnBrk="0" hangingPunct="1">
              <a:defRPr lang="en-US" sz="1050" b="1" i="0" u="none" strike="noStrike" kern="1200" baseline="0" smtClean="0">
                <a:solidFill>
                  <a:schemeClr val="tx2"/>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tabLst/>
            </a:pPr>
            <a:r>
              <a:rPr lang="en-US" sz="1050" b="1" i="0" u="none" strike="noStrike" kern="1200" baseline="0" dirty="0">
                <a:solidFill>
                  <a:schemeClr val="tx1">
                    <a:lumMod val="60000"/>
                    <a:lumOff val="40000"/>
                  </a:schemeClr>
                </a:solidFill>
                <a:latin typeface="+mj-lt"/>
                <a:ea typeface="+mn-ea"/>
                <a:cs typeface="+mn-cs"/>
              </a:rPr>
              <a:t>BIG IDEAS FOR EVERY SPACE</a:t>
            </a:r>
          </a:p>
        </p:txBody>
      </p:sp>
    </p:spTree>
    <p:extLst>
      <p:ext uri="{BB962C8B-B14F-4D97-AF65-F5344CB8AC3E}">
        <p14:creationId xmlns:p14="http://schemas.microsoft.com/office/powerpoint/2010/main" val="176290117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hart  large + caption ">
    <p:spTree>
      <p:nvGrpSpPr>
        <p:cNvPr id="1" name=""/>
        <p:cNvGrpSpPr/>
        <p:nvPr/>
      </p:nvGrpSpPr>
      <p:grpSpPr>
        <a:xfrm>
          <a:off x="0" y="0"/>
          <a:ext cx="0" cy="0"/>
          <a:chOff x="0" y="0"/>
          <a:chExt cx="0" cy="0"/>
        </a:xfrm>
      </p:grpSpPr>
      <p:sp>
        <p:nvSpPr>
          <p:cNvPr id="3" name="Foliennummernplatzhalter 2"/>
          <p:cNvSpPr>
            <a:spLocks noGrp="1"/>
          </p:cNvSpPr>
          <p:nvPr>
            <p:ph type="sldNum" sz="quarter" idx="10"/>
          </p:nvPr>
        </p:nvSpPr>
        <p:spPr/>
        <p:txBody>
          <a:bodyPr/>
          <a:lstStyle/>
          <a:p>
            <a:pPr algn="l"/>
            <a:r>
              <a:rPr lang="de-DE" dirty="0"/>
              <a:t>Page </a:t>
            </a:r>
            <a:fld id="{3FD030EF-7044-4946-962A-5D7D09BD1B34}" type="slidenum">
              <a:rPr lang="de-DE" smtClean="0"/>
              <a:pPr algn="l"/>
              <a:t>‹#›</a:t>
            </a:fld>
            <a:endParaRPr lang="de-DE" dirty="0"/>
          </a:p>
        </p:txBody>
      </p:sp>
      <p:sp>
        <p:nvSpPr>
          <p:cNvPr id="20" name="Textplatzhalter 6"/>
          <p:cNvSpPr>
            <a:spLocks noGrp="1"/>
          </p:cNvSpPr>
          <p:nvPr>
            <p:ph type="body" sz="quarter" idx="17"/>
          </p:nvPr>
        </p:nvSpPr>
        <p:spPr>
          <a:xfrm>
            <a:off x="468000" y="5940000"/>
            <a:ext cx="11244575" cy="234744"/>
          </a:xfrm>
        </p:spPr>
        <p:txBody>
          <a:bodyPr>
            <a:noAutofit/>
          </a:bodyPr>
          <a:lstStyle>
            <a:lvl1pPr>
              <a:defRPr sz="1400"/>
            </a:lvl1pPr>
            <a:lvl2pPr marL="0" indent="0">
              <a:buNone/>
              <a:defRPr sz="1400"/>
            </a:lvl2pPr>
            <a:lvl3pPr>
              <a:defRPr sz="1400"/>
            </a:lvl3pPr>
            <a:lvl4pPr>
              <a:defRPr sz="1400"/>
            </a:lvl4pPr>
            <a:lvl5pPr>
              <a:defRPr sz="1400"/>
            </a:lvl5pPr>
          </a:lstStyle>
          <a:p>
            <a:pPr lvl="0"/>
            <a:r>
              <a:rPr lang="ja-JP" altLang="en-US"/>
              <a:t>マスター テキストの書式設定</a:t>
            </a:r>
          </a:p>
        </p:txBody>
      </p:sp>
      <p:sp>
        <p:nvSpPr>
          <p:cNvPr id="4" name="コンテンツ プレースホルダー 3"/>
          <p:cNvSpPr>
            <a:spLocks noGrp="1"/>
          </p:cNvSpPr>
          <p:nvPr>
            <p:ph sz="quarter" idx="18"/>
          </p:nvPr>
        </p:nvSpPr>
        <p:spPr>
          <a:xfrm>
            <a:off x="460375" y="540000"/>
            <a:ext cx="11261725" cy="5302000"/>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en-GB"/>
          </a:p>
        </p:txBody>
      </p:sp>
      <p:sp>
        <p:nvSpPr>
          <p:cNvPr id="5" name="Foliennummernplatzhalter 5"/>
          <p:cNvSpPr txBox="1">
            <a:spLocks/>
          </p:cNvSpPr>
          <p:nvPr userDrawn="1"/>
        </p:nvSpPr>
        <p:spPr>
          <a:xfrm>
            <a:off x="7966800" y="6516000"/>
            <a:ext cx="1647887" cy="161583"/>
          </a:xfrm>
          <a:prstGeom prst="rect">
            <a:avLst/>
          </a:prstGeom>
        </p:spPr>
        <p:txBody>
          <a:bodyPr vert="horz" wrap="square" lIns="0" tIns="0" rIns="0" bIns="0" rtlCol="0" anchor="ctr">
            <a:spAutoFit/>
          </a:bodyPr>
          <a:lstStyle>
            <a:defPPr>
              <a:defRPr lang="de-DE"/>
            </a:defPPr>
            <a:lvl1pPr marL="0" algn="r" defTabSz="914400" rtl="0" eaLnBrk="1" latinLnBrk="0" hangingPunct="1">
              <a:defRPr lang="en-US" sz="1050" b="1" i="0" u="none" strike="noStrike" kern="1200" baseline="0" smtClean="0">
                <a:solidFill>
                  <a:schemeClr val="tx2"/>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tabLst/>
            </a:pPr>
            <a:r>
              <a:rPr lang="en-US" sz="1050" b="1" i="0" u="none" strike="noStrike" kern="1200" baseline="0" dirty="0">
                <a:solidFill>
                  <a:schemeClr val="tx1">
                    <a:lumMod val="60000"/>
                    <a:lumOff val="40000"/>
                  </a:schemeClr>
                </a:solidFill>
                <a:latin typeface="+mj-lt"/>
                <a:ea typeface="+mn-ea"/>
                <a:cs typeface="+mn-cs"/>
              </a:rPr>
              <a:t>BIG IDEAS FOR EVERY SPACE</a:t>
            </a:r>
          </a:p>
        </p:txBody>
      </p:sp>
    </p:spTree>
    <p:extLst>
      <p:ext uri="{BB962C8B-B14F-4D97-AF65-F5344CB8AC3E}">
        <p14:creationId xmlns:p14="http://schemas.microsoft.com/office/powerpoint/2010/main" val="38488077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4 Charts + Caption">
    <p:spTree>
      <p:nvGrpSpPr>
        <p:cNvPr id="1" name=""/>
        <p:cNvGrpSpPr/>
        <p:nvPr/>
      </p:nvGrpSpPr>
      <p:grpSpPr>
        <a:xfrm>
          <a:off x="0" y="0"/>
          <a:ext cx="0" cy="0"/>
          <a:chOff x="0" y="0"/>
          <a:chExt cx="0" cy="0"/>
        </a:xfrm>
      </p:grpSpPr>
      <p:sp>
        <p:nvSpPr>
          <p:cNvPr id="2" name="Titel 1"/>
          <p:cNvSpPr>
            <a:spLocks noGrp="1"/>
          </p:cNvSpPr>
          <p:nvPr>
            <p:ph type="title"/>
          </p:nvPr>
        </p:nvSpPr>
        <p:spPr>
          <a:xfrm>
            <a:off x="1080000" y="936000"/>
            <a:ext cx="9000000" cy="443198"/>
          </a:xfrm>
        </p:spPr>
        <p:txBody>
          <a:bodyPr/>
          <a:lstStyle/>
          <a:p>
            <a:r>
              <a:rPr lang="ja-JP" altLang="en-US"/>
              <a:t>マスター タイトルの書式設定</a:t>
            </a:r>
            <a:endParaRPr lang="en-US"/>
          </a:p>
        </p:txBody>
      </p:sp>
      <p:sp>
        <p:nvSpPr>
          <p:cNvPr id="3" name="Foliennummernplatzhalter 2"/>
          <p:cNvSpPr>
            <a:spLocks noGrp="1"/>
          </p:cNvSpPr>
          <p:nvPr>
            <p:ph type="sldNum" sz="quarter" idx="10"/>
          </p:nvPr>
        </p:nvSpPr>
        <p:spPr/>
        <p:txBody>
          <a:bodyPr/>
          <a:lstStyle/>
          <a:p>
            <a:pPr algn="l"/>
            <a:r>
              <a:rPr lang="de-DE" dirty="0"/>
              <a:t>Page </a:t>
            </a:r>
            <a:fld id="{3FD030EF-7044-4946-962A-5D7D09BD1B34}" type="slidenum">
              <a:rPr lang="de-DE" smtClean="0"/>
              <a:pPr algn="l"/>
              <a:t>‹#›</a:t>
            </a:fld>
            <a:endParaRPr lang="de-DE" dirty="0"/>
          </a:p>
        </p:txBody>
      </p:sp>
      <p:cxnSp>
        <p:nvCxnSpPr>
          <p:cNvPr id="5" name="Gerade Verbindung 4"/>
          <p:cNvCxnSpPr/>
          <p:nvPr userDrawn="1"/>
        </p:nvCxnSpPr>
        <p:spPr>
          <a:xfrm>
            <a:off x="1080000" y="1512000"/>
            <a:ext cx="2400000" cy="0"/>
          </a:xfrm>
          <a:prstGeom prst="line">
            <a:avLst/>
          </a:prstGeom>
          <a:ln w="38100">
            <a:solidFill>
              <a:schemeClr val="bg2">
                <a:lumMod val="50000"/>
              </a:schemeClr>
            </a:solidFill>
            <a:miter lim="800000"/>
          </a:ln>
        </p:spPr>
        <p:style>
          <a:lnRef idx="1">
            <a:schemeClr val="accent1"/>
          </a:lnRef>
          <a:fillRef idx="0">
            <a:schemeClr val="accent1"/>
          </a:fillRef>
          <a:effectRef idx="0">
            <a:schemeClr val="accent1"/>
          </a:effectRef>
          <a:fontRef idx="minor">
            <a:schemeClr val="tx1"/>
          </a:fontRef>
        </p:style>
      </p:cxnSp>
      <p:sp>
        <p:nvSpPr>
          <p:cNvPr id="23" name="Diagrammplatzhalter 8"/>
          <p:cNvSpPr>
            <a:spLocks noGrp="1"/>
          </p:cNvSpPr>
          <p:nvPr>
            <p:ph type="chart" sz="quarter" idx="16"/>
          </p:nvPr>
        </p:nvSpPr>
        <p:spPr>
          <a:xfrm>
            <a:off x="1080000" y="1692000"/>
            <a:ext cx="3960000" cy="2160000"/>
          </a:xfrm>
          <a:noFill/>
          <a:ln w="6350">
            <a:solidFill>
              <a:schemeClr val="bg2">
                <a:lumMod val="90000"/>
              </a:schemeClr>
            </a:solidFill>
          </a:ln>
        </p:spPr>
        <p:txBody>
          <a:bodyPr lIns="144000" tIns="144000" rIns="144000" bIns="144000">
            <a:noAutofit/>
          </a:bodyPr>
          <a:lstStyle/>
          <a:p>
            <a:r>
              <a:rPr lang="ja-JP" altLang="en-US"/>
              <a:t>グラフを追加</a:t>
            </a:r>
            <a:endParaRPr lang="en-US" dirty="0"/>
          </a:p>
        </p:txBody>
      </p:sp>
      <p:sp>
        <p:nvSpPr>
          <p:cNvPr id="24" name="Textplatzhalter 6"/>
          <p:cNvSpPr>
            <a:spLocks noGrp="1"/>
          </p:cNvSpPr>
          <p:nvPr>
            <p:ph type="body" sz="quarter" idx="17"/>
          </p:nvPr>
        </p:nvSpPr>
        <p:spPr>
          <a:xfrm>
            <a:off x="9972000" y="2340000"/>
            <a:ext cx="1728000" cy="1239314"/>
          </a:xfrm>
        </p:spPr>
        <p:txBody>
          <a:bodyPr/>
          <a:lstStyle>
            <a:lvl1pPr>
              <a:defRPr sz="1400"/>
            </a:lvl1pPr>
            <a:lvl2pPr>
              <a:defRPr sz="1400"/>
            </a:lvl2pPr>
            <a:lvl3pPr>
              <a:defRPr sz="1400"/>
            </a:lvl3pPr>
            <a:lvl4pPr>
              <a:defRPr sz="1400"/>
            </a:lvl4pPr>
            <a:lvl5pPr>
              <a:defRPr sz="140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p:txBody>
      </p:sp>
      <p:sp>
        <p:nvSpPr>
          <p:cNvPr id="25" name="Diagrammplatzhalter 8"/>
          <p:cNvSpPr>
            <a:spLocks noGrp="1"/>
          </p:cNvSpPr>
          <p:nvPr>
            <p:ph type="chart" sz="quarter" idx="18"/>
          </p:nvPr>
        </p:nvSpPr>
        <p:spPr>
          <a:xfrm>
            <a:off x="5220000" y="1692000"/>
            <a:ext cx="3960000" cy="2160000"/>
          </a:xfrm>
          <a:noFill/>
          <a:ln w="6350">
            <a:solidFill>
              <a:schemeClr val="bg2">
                <a:lumMod val="90000"/>
              </a:schemeClr>
            </a:solidFill>
          </a:ln>
        </p:spPr>
        <p:txBody>
          <a:bodyPr lIns="144000" tIns="144000" rIns="144000" bIns="144000">
            <a:noAutofit/>
          </a:bodyPr>
          <a:lstStyle/>
          <a:p>
            <a:r>
              <a:rPr lang="ja-JP" altLang="en-US"/>
              <a:t>グラフを追加</a:t>
            </a:r>
            <a:endParaRPr lang="en-US" dirty="0"/>
          </a:p>
        </p:txBody>
      </p:sp>
      <p:sp>
        <p:nvSpPr>
          <p:cNvPr id="26" name="Diagrammplatzhalter 8"/>
          <p:cNvSpPr>
            <a:spLocks noGrp="1"/>
          </p:cNvSpPr>
          <p:nvPr>
            <p:ph type="chart" sz="quarter" idx="19"/>
          </p:nvPr>
        </p:nvSpPr>
        <p:spPr>
          <a:xfrm>
            <a:off x="1080000" y="3996000"/>
            <a:ext cx="3960000" cy="2160000"/>
          </a:xfrm>
          <a:noFill/>
          <a:ln w="6350">
            <a:solidFill>
              <a:schemeClr val="bg2">
                <a:lumMod val="90000"/>
              </a:schemeClr>
            </a:solidFill>
          </a:ln>
        </p:spPr>
        <p:txBody>
          <a:bodyPr lIns="144000" tIns="144000" rIns="144000" bIns="144000">
            <a:noAutofit/>
          </a:bodyPr>
          <a:lstStyle/>
          <a:p>
            <a:r>
              <a:rPr lang="ja-JP" altLang="en-US"/>
              <a:t>グラフを追加</a:t>
            </a:r>
            <a:endParaRPr lang="en-US" dirty="0"/>
          </a:p>
        </p:txBody>
      </p:sp>
      <p:sp>
        <p:nvSpPr>
          <p:cNvPr id="27" name="Diagrammplatzhalter 8"/>
          <p:cNvSpPr>
            <a:spLocks noGrp="1"/>
          </p:cNvSpPr>
          <p:nvPr>
            <p:ph type="chart" sz="quarter" idx="20"/>
          </p:nvPr>
        </p:nvSpPr>
        <p:spPr>
          <a:xfrm>
            <a:off x="5220000" y="3996000"/>
            <a:ext cx="3960000" cy="2160000"/>
          </a:xfrm>
          <a:noFill/>
          <a:ln w="6350">
            <a:solidFill>
              <a:schemeClr val="bg2">
                <a:lumMod val="90000"/>
              </a:schemeClr>
            </a:solidFill>
          </a:ln>
        </p:spPr>
        <p:txBody>
          <a:bodyPr lIns="144000" tIns="144000" rIns="144000" bIns="144000">
            <a:noAutofit/>
          </a:bodyPr>
          <a:lstStyle/>
          <a:p>
            <a:r>
              <a:rPr lang="ja-JP" altLang="en-US"/>
              <a:t>グラフを追加</a:t>
            </a:r>
            <a:endParaRPr lang="en-US" dirty="0"/>
          </a:p>
        </p:txBody>
      </p:sp>
      <p:sp>
        <p:nvSpPr>
          <p:cNvPr id="10" name="Foliennummernplatzhalter 5"/>
          <p:cNvSpPr txBox="1">
            <a:spLocks/>
          </p:cNvSpPr>
          <p:nvPr userDrawn="1"/>
        </p:nvSpPr>
        <p:spPr>
          <a:xfrm>
            <a:off x="7966800" y="6516000"/>
            <a:ext cx="1647887" cy="161583"/>
          </a:xfrm>
          <a:prstGeom prst="rect">
            <a:avLst/>
          </a:prstGeom>
        </p:spPr>
        <p:txBody>
          <a:bodyPr vert="horz" wrap="square" lIns="0" tIns="0" rIns="0" bIns="0" rtlCol="0" anchor="ctr">
            <a:spAutoFit/>
          </a:bodyPr>
          <a:lstStyle>
            <a:defPPr>
              <a:defRPr lang="de-DE"/>
            </a:defPPr>
            <a:lvl1pPr marL="0" algn="r" defTabSz="914400" rtl="0" eaLnBrk="1" latinLnBrk="0" hangingPunct="1">
              <a:defRPr lang="en-US" sz="1050" b="1" i="0" u="none" strike="noStrike" kern="1200" baseline="0" smtClean="0">
                <a:solidFill>
                  <a:schemeClr val="tx2"/>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tabLst/>
            </a:pPr>
            <a:r>
              <a:rPr lang="en-US" sz="1050" b="1" i="0" u="none" strike="noStrike" kern="1200" baseline="0" dirty="0">
                <a:solidFill>
                  <a:schemeClr val="tx1">
                    <a:lumMod val="60000"/>
                    <a:lumOff val="40000"/>
                  </a:schemeClr>
                </a:solidFill>
                <a:latin typeface="+mj-lt"/>
                <a:ea typeface="+mn-ea"/>
                <a:cs typeface="+mn-cs"/>
              </a:rPr>
              <a:t>BIG IDEAS FOR EVERY SPACE</a:t>
            </a:r>
          </a:p>
        </p:txBody>
      </p:sp>
    </p:spTree>
    <p:extLst>
      <p:ext uri="{BB962C8B-B14F-4D97-AF65-F5344CB8AC3E}">
        <p14:creationId xmlns:p14="http://schemas.microsoft.com/office/powerpoint/2010/main" val="125507776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Table + Caption">
    <p:spTree>
      <p:nvGrpSpPr>
        <p:cNvPr id="1" name=""/>
        <p:cNvGrpSpPr/>
        <p:nvPr/>
      </p:nvGrpSpPr>
      <p:grpSpPr>
        <a:xfrm>
          <a:off x="0" y="0"/>
          <a:ext cx="0" cy="0"/>
          <a:chOff x="0" y="0"/>
          <a:chExt cx="0" cy="0"/>
        </a:xfrm>
      </p:grpSpPr>
      <p:sp>
        <p:nvSpPr>
          <p:cNvPr id="2" name="Titel 1"/>
          <p:cNvSpPr>
            <a:spLocks noGrp="1"/>
          </p:cNvSpPr>
          <p:nvPr>
            <p:ph type="title"/>
          </p:nvPr>
        </p:nvSpPr>
        <p:spPr>
          <a:xfrm>
            <a:off x="1080000" y="936000"/>
            <a:ext cx="9000000" cy="443198"/>
          </a:xfrm>
        </p:spPr>
        <p:txBody>
          <a:bodyPr/>
          <a:lstStyle/>
          <a:p>
            <a:r>
              <a:rPr lang="ja-JP" altLang="en-US"/>
              <a:t>マスター タイトルの書式設定</a:t>
            </a:r>
            <a:endParaRPr lang="en-US"/>
          </a:p>
        </p:txBody>
      </p:sp>
      <p:sp>
        <p:nvSpPr>
          <p:cNvPr id="3" name="Foliennummernplatzhalter 2"/>
          <p:cNvSpPr>
            <a:spLocks noGrp="1"/>
          </p:cNvSpPr>
          <p:nvPr>
            <p:ph type="sldNum" sz="quarter" idx="10"/>
          </p:nvPr>
        </p:nvSpPr>
        <p:spPr/>
        <p:txBody>
          <a:bodyPr/>
          <a:lstStyle/>
          <a:p>
            <a:pPr algn="l"/>
            <a:r>
              <a:rPr lang="de-DE" dirty="0"/>
              <a:t>Page </a:t>
            </a:r>
            <a:fld id="{3FD030EF-7044-4946-962A-5D7D09BD1B34}" type="slidenum">
              <a:rPr lang="de-DE" smtClean="0"/>
              <a:pPr algn="l"/>
              <a:t>‹#›</a:t>
            </a:fld>
            <a:endParaRPr lang="de-DE" dirty="0"/>
          </a:p>
        </p:txBody>
      </p:sp>
      <p:cxnSp>
        <p:nvCxnSpPr>
          <p:cNvPr id="5" name="Gerade Verbindung 4"/>
          <p:cNvCxnSpPr/>
          <p:nvPr userDrawn="1"/>
        </p:nvCxnSpPr>
        <p:spPr>
          <a:xfrm>
            <a:off x="1080000" y="1512000"/>
            <a:ext cx="2400000" cy="0"/>
          </a:xfrm>
          <a:prstGeom prst="line">
            <a:avLst/>
          </a:prstGeom>
          <a:ln w="38100">
            <a:solidFill>
              <a:schemeClr val="bg2">
                <a:lumMod val="50000"/>
              </a:schemeClr>
            </a:solidFill>
            <a:miter lim="800000"/>
          </a:ln>
        </p:spPr>
        <p:style>
          <a:lnRef idx="1">
            <a:schemeClr val="accent1"/>
          </a:lnRef>
          <a:fillRef idx="0">
            <a:schemeClr val="accent1"/>
          </a:fillRef>
          <a:effectRef idx="0">
            <a:schemeClr val="accent1"/>
          </a:effectRef>
          <a:fontRef idx="minor">
            <a:schemeClr val="tx1"/>
          </a:fontRef>
        </p:style>
      </p:cxnSp>
      <p:sp>
        <p:nvSpPr>
          <p:cNvPr id="19" name="Textplatzhalter 6"/>
          <p:cNvSpPr>
            <a:spLocks noGrp="1"/>
          </p:cNvSpPr>
          <p:nvPr>
            <p:ph type="body" sz="quarter" idx="17"/>
          </p:nvPr>
        </p:nvSpPr>
        <p:spPr>
          <a:xfrm>
            <a:off x="9972000" y="2340000"/>
            <a:ext cx="1728000" cy="1239314"/>
          </a:xfrm>
        </p:spPr>
        <p:txBody>
          <a:bodyPr/>
          <a:lstStyle>
            <a:lvl1pPr>
              <a:defRPr sz="1400"/>
            </a:lvl1pPr>
            <a:lvl2pPr>
              <a:defRPr sz="1400"/>
            </a:lvl2pPr>
            <a:lvl3pPr>
              <a:defRPr sz="1400"/>
            </a:lvl3pPr>
            <a:lvl4pPr>
              <a:defRPr sz="1400"/>
            </a:lvl4pPr>
            <a:lvl5pPr>
              <a:defRPr sz="140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p:txBody>
      </p:sp>
      <p:sp>
        <p:nvSpPr>
          <p:cNvPr id="20" name="Tabellenplatzhalter 8"/>
          <p:cNvSpPr>
            <a:spLocks noGrp="1"/>
          </p:cNvSpPr>
          <p:nvPr>
            <p:ph type="tbl" sz="quarter" idx="18"/>
          </p:nvPr>
        </p:nvSpPr>
        <p:spPr>
          <a:xfrm>
            <a:off x="1079997" y="1800000"/>
            <a:ext cx="8100000" cy="4248000"/>
          </a:xfrm>
        </p:spPr>
        <p:txBody>
          <a:bodyPr/>
          <a:lstStyle/>
          <a:p>
            <a:r>
              <a:rPr lang="ja-JP" altLang="en-US"/>
              <a:t>表を追加</a:t>
            </a:r>
            <a:endParaRPr lang="en-US" dirty="0"/>
          </a:p>
        </p:txBody>
      </p:sp>
      <p:sp>
        <p:nvSpPr>
          <p:cNvPr id="7" name="Foliennummernplatzhalter 5"/>
          <p:cNvSpPr txBox="1">
            <a:spLocks/>
          </p:cNvSpPr>
          <p:nvPr userDrawn="1"/>
        </p:nvSpPr>
        <p:spPr>
          <a:xfrm>
            <a:off x="7966800" y="6516000"/>
            <a:ext cx="1647887" cy="161583"/>
          </a:xfrm>
          <a:prstGeom prst="rect">
            <a:avLst/>
          </a:prstGeom>
        </p:spPr>
        <p:txBody>
          <a:bodyPr vert="horz" wrap="square" lIns="0" tIns="0" rIns="0" bIns="0" rtlCol="0" anchor="ctr">
            <a:spAutoFit/>
          </a:bodyPr>
          <a:lstStyle>
            <a:defPPr>
              <a:defRPr lang="de-DE"/>
            </a:defPPr>
            <a:lvl1pPr marL="0" algn="r" defTabSz="914400" rtl="0" eaLnBrk="1" latinLnBrk="0" hangingPunct="1">
              <a:defRPr lang="en-US" sz="1050" b="1" i="0" u="none" strike="noStrike" kern="1200" baseline="0" smtClean="0">
                <a:solidFill>
                  <a:schemeClr val="tx2"/>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tabLst/>
            </a:pPr>
            <a:r>
              <a:rPr lang="en-US" sz="1050" b="1" i="0" u="none" strike="noStrike" kern="1200" baseline="0" dirty="0">
                <a:solidFill>
                  <a:schemeClr val="tx1">
                    <a:lumMod val="60000"/>
                    <a:lumOff val="40000"/>
                  </a:schemeClr>
                </a:solidFill>
                <a:latin typeface="+mj-lt"/>
                <a:ea typeface="+mn-ea"/>
                <a:cs typeface="+mn-cs"/>
              </a:rPr>
              <a:t>BIG IDEAS FOR EVERY SPACE</a:t>
            </a:r>
          </a:p>
        </p:txBody>
      </p:sp>
    </p:spTree>
    <p:extLst>
      <p:ext uri="{BB962C8B-B14F-4D97-AF65-F5344CB8AC3E}">
        <p14:creationId xmlns:p14="http://schemas.microsoft.com/office/powerpoint/2010/main" val="80657031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hapter_picture ">
    <p:spTree>
      <p:nvGrpSpPr>
        <p:cNvPr id="1" name=""/>
        <p:cNvGrpSpPr/>
        <p:nvPr/>
      </p:nvGrpSpPr>
      <p:grpSpPr>
        <a:xfrm>
          <a:off x="0" y="0"/>
          <a:ext cx="0" cy="0"/>
          <a:chOff x="0" y="0"/>
          <a:chExt cx="0" cy="0"/>
        </a:xfrm>
      </p:grpSpPr>
      <p:sp>
        <p:nvSpPr>
          <p:cNvPr id="4" name="Bildplatzhalter 3"/>
          <p:cNvSpPr>
            <a:spLocks noGrp="1"/>
          </p:cNvSpPr>
          <p:nvPr>
            <p:ph type="pic" sz="quarter" idx="15"/>
          </p:nvPr>
        </p:nvSpPr>
        <p:spPr>
          <a:xfrm>
            <a:off x="468000" y="540000"/>
            <a:ext cx="11253600" cy="5616000"/>
          </a:xfrm>
          <a:blipFill>
            <a:blip r:embed="rId2"/>
            <a:stretch>
              <a:fillRect/>
            </a:stretch>
          </a:blipFill>
          <a:ln w="6350">
            <a:solidFill>
              <a:schemeClr val="tx1">
                <a:lumMod val="20000"/>
                <a:lumOff val="80000"/>
              </a:schemeClr>
            </a:solidFill>
          </a:ln>
        </p:spPr>
        <p:txBody>
          <a:bodyPr lIns="144000" tIns="144000">
            <a:normAutofit/>
          </a:bodyPr>
          <a:lstStyle>
            <a:lvl1pPr>
              <a:defRPr sz="1000"/>
            </a:lvl1pPr>
          </a:lstStyle>
          <a:p>
            <a:r>
              <a:rPr lang="ja-JP" altLang="en-US"/>
              <a:t>図を追加</a:t>
            </a:r>
            <a:endParaRPr lang="en-US" dirty="0"/>
          </a:p>
        </p:txBody>
      </p:sp>
      <p:sp>
        <p:nvSpPr>
          <p:cNvPr id="5" name="Textplatzhalter 11"/>
          <p:cNvSpPr>
            <a:spLocks noGrp="1"/>
          </p:cNvSpPr>
          <p:nvPr>
            <p:ph type="body" sz="quarter" idx="11"/>
          </p:nvPr>
        </p:nvSpPr>
        <p:spPr>
          <a:xfrm>
            <a:off x="468000" y="1080000"/>
            <a:ext cx="7920000" cy="1500237"/>
          </a:xfrm>
          <a:solidFill>
            <a:schemeClr val="tx2"/>
          </a:solidFill>
        </p:spPr>
        <p:txBody>
          <a:bodyPr wrap="square" lIns="252000" tIns="180000" rIns="180000" bIns="180000">
            <a:spAutoFit/>
          </a:bodyPr>
          <a:lstStyle>
            <a:lvl1pPr>
              <a:defRPr sz="3600" b="1" cap="all" baseline="0">
                <a:solidFill>
                  <a:schemeClr val="bg1"/>
                </a:solidFill>
                <a:latin typeface="+mj-lt"/>
              </a:defRPr>
            </a:lvl1pPr>
            <a:lvl2pPr marL="0" indent="0">
              <a:buNone/>
              <a:defRPr sz="2000" b="1" cap="all">
                <a:solidFill>
                  <a:schemeClr val="bg1"/>
                </a:solidFill>
                <a:latin typeface="+mj-lt"/>
              </a:defRPr>
            </a:lvl2pPr>
            <a:lvl3pPr>
              <a:defRPr b="1">
                <a:solidFill>
                  <a:schemeClr val="bg1"/>
                </a:solidFill>
                <a:latin typeface="+mj-lt"/>
              </a:defRPr>
            </a:lvl3pPr>
            <a:lvl4pPr>
              <a:defRPr>
                <a:solidFill>
                  <a:schemeClr val="bg1"/>
                </a:solidFill>
                <a:latin typeface="+mj-lt"/>
              </a:defRPr>
            </a:lvl4pPr>
            <a:lvl5pPr>
              <a:defRPr>
                <a:solidFill>
                  <a:schemeClr val="bg1"/>
                </a:solidFill>
                <a:latin typeface="+mj-lt"/>
              </a:defRPr>
            </a:lvl5pPr>
          </a:lstStyle>
          <a:p>
            <a:pPr lvl="0"/>
            <a:r>
              <a:rPr lang="ja-JP" altLang="en-US"/>
              <a:t>マスター テキストの書式設定</a:t>
            </a:r>
          </a:p>
          <a:p>
            <a:pPr lvl="1"/>
            <a:r>
              <a:rPr lang="ja-JP" altLang="en-US"/>
              <a:t>第 </a:t>
            </a:r>
            <a:r>
              <a:rPr lang="en-US" altLang="ja-JP"/>
              <a:t>2 </a:t>
            </a:r>
            <a:r>
              <a:rPr lang="ja-JP" altLang="en-US"/>
              <a:t>レベル</a:t>
            </a:r>
          </a:p>
        </p:txBody>
      </p:sp>
      <p:sp>
        <p:nvSpPr>
          <p:cNvPr id="6" name="Foliennummernplatzhalter 5"/>
          <p:cNvSpPr txBox="1">
            <a:spLocks/>
          </p:cNvSpPr>
          <p:nvPr userDrawn="1"/>
        </p:nvSpPr>
        <p:spPr>
          <a:xfrm>
            <a:off x="7966800" y="6516000"/>
            <a:ext cx="1647887" cy="161583"/>
          </a:xfrm>
          <a:prstGeom prst="rect">
            <a:avLst/>
          </a:prstGeom>
        </p:spPr>
        <p:txBody>
          <a:bodyPr vert="horz" wrap="square" lIns="0" tIns="0" rIns="0" bIns="0" rtlCol="0" anchor="ctr">
            <a:spAutoFit/>
          </a:bodyPr>
          <a:lstStyle>
            <a:defPPr>
              <a:defRPr lang="de-DE"/>
            </a:defPPr>
            <a:lvl1pPr marL="0" algn="r" defTabSz="914400" rtl="0" eaLnBrk="1" latinLnBrk="0" hangingPunct="1">
              <a:defRPr lang="en-US" sz="1050" b="1" i="0" u="none" strike="noStrike" kern="1200" baseline="0" smtClean="0">
                <a:solidFill>
                  <a:schemeClr val="tx2"/>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tabLst/>
            </a:pPr>
            <a:r>
              <a:rPr lang="en-US" sz="1050" b="1" i="0" u="none" strike="noStrike" kern="1200" baseline="0" dirty="0">
                <a:solidFill>
                  <a:schemeClr val="tx1">
                    <a:lumMod val="60000"/>
                    <a:lumOff val="40000"/>
                  </a:schemeClr>
                </a:solidFill>
                <a:latin typeface="+mj-lt"/>
                <a:ea typeface="+mn-ea"/>
                <a:cs typeface="+mn-cs"/>
              </a:rPr>
              <a:t>BIG IDEAS FOR EVERY SPACE</a:t>
            </a:r>
          </a:p>
        </p:txBody>
      </p:sp>
    </p:spTree>
    <p:extLst>
      <p:ext uri="{BB962C8B-B14F-4D97-AF65-F5344CB8AC3E}">
        <p14:creationId xmlns:p14="http://schemas.microsoft.com/office/powerpoint/2010/main" val="111573332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hapter_grey">
    <p:spTree>
      <p:nvGrpSpPr>
        <p:cNvPr id="1" name=""/>
        <p:cNvGrpSpPr/>
        <p:nvPr/>
      </p:nvGrpSpPr>
      <p:grpSpPr>
        <a:xfrm>
          <a:off x="0" y="0"/>
          <a:ext cx="0" cy="0"/>
          <a:chOff x="0" y="0"/>
          <a:chExt cx="0" cy="0"/>
        </a:xfrm>
      </p:grpSpPr>
      <p:sp>
        <p:nvSpPr>
          <p:cNvPr id="6" name="Rechteck 5"/>
          <p:cNvSpPr/>
          <p:nvPr userDrawn="1"/>
        </p:nvSpPr>
        <p:spPr>
          <a:xfrm>
            <a:off x="479376" y="540000"/>
            <a:ext cx="11253600" cy="5616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5" name="Textplatzhalter 11"/>
          <p:cNvSpPr>
            <a:spLocks noGrp="1"/>
          </p:cNvSpPr>
          <p:nvPr>
            <p:ph type="body" sz="quarter" idx="11"/>
          </p:nvPr>
        </p:nvSpPr>
        <p:spPr>
          <a:xfrm>
            <a:off x="468000" y="1080000"/>
            <a:ext cx="7920000" cy="1500237"/>
          </a:xfrm>
          <a:solidFill>
            <a:schemeClr val="tx2"/>
          </a:solidFill>
        </p:spPr>
        <p:txBody>
          <a:bodyPr lIns="252000" tIns="180000" rIns="180000" bIns="180000">
            <a:spAutoFit/>
          </a:bodyPr>
          <a:lstStyle>
            <a:lvl1pPr>
              <a:defRPr sz="3600" b="1" cap="all" baseline="0">
                <a:solidFill>
                  <a:schemeClr val="bg1"/>
                </a:solidFill>
                <a:latin typeface="+mj-lt"/>
              </a:defRPr>
            </a:lvl1pPr>
            <a:lvl2pPr marL="0" indent="0">
              <a:buNone/>
              <a:defRPr sz="2000" b="1" cap="all">
                <a:solidFill>
                  <a:schemeClr val="bg1"/>
                </a:solidFill>
                <a:latin typeface="+mj-lt"/>
              </a:defRPr>
            </a:lvl2pPr>
            <a:lvl3pPr>
              <a:defRPr b="1">
                <a:solidFill>
                  <a:schemeClr val="bg1"/>
                </a:solidFill>
                <a:latin typeface="+mj-lt"/>
              </a:defRPr>
            </a:lvl3pPr>
            <a:lvl4pPr>
              <a:defRPr>
                <a:solidFill>
                  <a:schemeClr val="bg1"/>
                </a:solidFill>
                <a:latin typeface="+mj-lt"/>
              </a:defRPr>
            </a:lvl4pPr>
            <a:lvl5pPr>
              <a:defRPr>
                <a:solidFill>
                  <a:schemeClr val="bg1"/>
                </a:solidFill>
                <a:latin typeface="+mj-lt"/>
              </a:defRPr>
            </a:lvl5pPr>
          </a:lstStyle>
          <a:p>
            <a:pPr lvl="0"/>
            <a:r>
              <a:rPr lang="ja-JP" altLang="en-US"/>
              <a:t>マスター テキストの書式設定</a:t>
            </a:r>
          </a:p>
          <a:p>
            <a:pPr lvl="1"/>
            <a:r>
              <a:rPr lang="ja-JP" altLang="en-US"/>
              <a:t>第 </a:t>
            </a:r>
            <a:r>
              <a:rPr lang="en-US" altLang="ja-JP"/>
              <a:t>2 </a:t>
            </a:r>
            <a:r>
              <a:rPr lang="ja-JP" altLang="en-US"/>
              <a:t>レベル</a:t>
            </a:r>
          </a:p>
        </p:txBody>
      </p:sp>
      <p:sp>
        <p:nvSpPr>
          <p:cNvPr id="4" name="Foliennummernplatzhalter 5"/>
          <p:cNvSpPr txBox="1">
            <a:spLocks/>
          </p:cNvSpPr>
          <p:nvPr userDrawn="1"/>
        </p:nvSpPr>
        <p:spPr>
          <a:xfrm>
            <a:off x="7966800" y="6516000"/>
            <a:ext cx="1647887" cy="161583"/>
          </a:xfrm>
          <a:prstGeom prst="rect">
            <a:avLst/>
          </a:prstGeom>
        </p:spPr>
        <p:txBody>
          <a:bodyPr vert="horz" wrap="square" lIns="0" tIns="0" rIns="0" bIns="0" rtlCol="0" anchor="ctr">
            <a:spAutoFit/>
          </a:bodyPr>
          <a:lstStyle>
            <a:defPPr>
              <a:defRPr lang="de-DE"/>
            </a:defPPr>
            <a:lvl1pPr marL="0" algn="r" defTabSz="914400" rtl="0" eaLnBrk="1" latinLnBrk="0" hangingPunct="1">
              <a:defRPr lang="en-US" sz="1050" b="1" i="0" u="none" strike="noStrike" kern="1200" baseline="0" smtClean="0">
                <a:solidFill>
                  <a:schemeClr val="tx2"/>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tabLst/>
            </a:pPr>
            <a:r>
              <a:rPr lang="en-US" sz="1050" b="1" i="0" u="none" strike="noStrike" kern="1200" baseline="0" dirty="0">
                <a:solidFill>
                  <a:schemeClr val="tx1">
                    <a:lumMod val="60000"/>
                    <a:lumOff val="40000"/>
                  </a:schemeClr>
                </a:solidFill>
                <a:latin typeface="+mj-lt"/>
                <a:ea typeface="+mn-ea"/>
                <a:cs typeface="+mn-cs"/>
              </a:rPr>
              <a:t>BIG IDEAS FOR EVERY SPACE</a:t>
            </a:r>
          </a:p>
        </p:txBody>
      </p:sp>
    </p:spTree>
    <p:extLst>
      <p:ext uri="{BB962C8B-B14F-4D97-AF65-F5344CB8AC3E}">
        <p14:creationId xmlns:p14="http://schemas.microsoft.com/office/powerpoint/2010/main" val="397636637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End_Slide">
    <p:spTree>
      <p:nvGrpSpPr>
        <p:cNvPr id="1" name=""/>
        <p:cNvGrpSpPr/>
        <p:nvPr/>
      </p:nvGrpSpPr>
      <p:grpSpPr>
        <a:xfrm>
          <a:off x="0" y="0"/>
          <a:ext cx="0" cy="0"/>
          <a:chOff x="0" y="0"/>
          <a:chExt cx="0" cy="0"/>
        </a:xfrm>
      </p:grpSpPr>
      <p:sp>
        <p:nvSpPr>
          <p:cNvPr id="6" name="Rechteck 5"/>
          <p:cNvSpPr/>
          <p:nvPr userDrawn="1"/>
        </p:nvSpPr>
        <p:spPr>
          <a:xfrm>
            <a:off x="468000" y="540000"/>
            <a:ext cx="11253600" cy="5616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7" name="Textplatzhalter 13"/>
          <p:cNvSpPr>
            <a:spLocks noGrp="1"/>
          </p:cNvSpPr>
          <p:nvPr>
            <p:ph type="body" sz="quarter" idx="13"/>
          </p:nvPr>
        </p:nvSpPr>
        <p:spPr>
          <a:xfrm>
            <a:off x="1080000" y="1800000"/>
            <a:ext cx="5280000" cy="332399"/>
          </a:xfrm>
        </p:spPr>
        <p:txBody>
          <a:bodyPr wrap="square">
            <a:spAutoFit/>
          </a:bodyPr>
          <a:lstStyle>
            <a:lvl1pPr>
              <a:spcAft>
                <a:spcPts val="0"/>
              </a:spcAft>
              <a:defRPr sz="1800" b="1" cap="none" baseline="0">
                <a:solidFill>
                  <a:schemeClr val="bg1"/>
                </a:solidFill>
                <a:latin typeface="+mj-lt"/>
              </a:defRPr>
            </a:lvl1pPr>
            <a:lvl2pPr>
              <a:defRPr sz="1100" b="1" cap="all" baseline="0">
                <a:latin typeface="+mj-lt"/>
              </a:defRPr>
            </a:lvl2pPr>
            <a:lvl3pPr>
              <a:defRPr sz="1100" b="1" cap="all" baseline="0">
                <a:latin typeface="+mj-lt"/>
              </a:defRPr>
            </a:lvl3pPr>
            <a:lvl4pPr>
              <a:defRPr sz="1100" b="1" cap="all" baseline="0">
                <a:latin typeface="+mj-lt"/>
              </a:defRPr>
            </a:lvl4pPr>
            <a:lvl5pPr>
              <a:defRPr sz="1100" b="1" cap="all" baseline="0">
                <a:latin typeface="+mj-lt"/>
              </a:defRPr>
            </a:lvl5pPr>
          </a:lstStyle>
          <a:p>
            <a:pPr lvl="0"/>
            <a:r>
              <a:rPr lang="ja-JP" altLang="en-US"/>
              <a:t>マスター テキストの書式設定</a:t>
            </a:r>
          </a:p>
        </p:txBody>
      </p:sp>
      <p:cxnSp>
        <p:nvCxnSpPr>
          <p:cNvPr id="8" name="Gerade Verbindung 7"/>
          <p:cNvCxnSpPr/>
          <p:nvPr userDrawn="1"/>
        </p:nvCxnSpPr>
        <p:spPr>
          <a:xfrm>
            <a:off x="1080000" y="1268760"/>
            <a:ext cx="2400000" cy="0"/>
          </a:xfrm>
          <a:prstGeom prst="line">
            <a:avLst/>
          </a:prstGeom>
          <a:ln w="38100">
            <a:solidFill>
              <a:schemeClr val="bg1"/>
            </a:solidFill>
            <a:miter lim="800000"/>
          </a:ln>
        </p:spPr>
        <p:style>
          <a:lnRef idx="1">
            <a:schemeClr val="accent1"/>
          </a:lnRef>
          <a:fillRef idx="0">
            <a:schemeClr val="accent1"/>
          </a:fillRef>
          <a:effectRef idx="0">
            <a:schemeClr val="accent1"/>
          </a:effectRef>
          <a:fontRef idx="minor">
            <a:schemeClr val="tx1"/>
          </a:fontRef>
        </p:style>
      </p:cxnSp>
      <p:sp>
        <p:nvSpPr>
          <p:cNvPr id="11" name="テキスト ボックス 1"/>
          <p:cNvSpPr txBox="1"/>
          <p:nvPr userDrawn="1"/>
        </p:nvSpPr>
        <p:spPr>
          <a:xfrm>
            <a:off x="1080000" y="1483200"/>
            <a:ext cx="5088008" cy="369332"/>
          </a:xfrm>
          <a:prstGeom prst="rect">
            <a:avLst/>
          </a:prstGeom>
          <a:noFill/>
        </p:spPr>
        <p:txBody>
          <a:bodyPr wrap="square" lIns="0" rtlCol="0">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b="1" dirty="0">
                <a:solidFill>
                  <a:schemeClr val="bg1"/>
                </a:solidFill>
                <a:latin typeface="+mj-ea"/>
                <a:ea typeface="+mj-ea"/>
              </a:rPr>
              <a:t>BIG</a:t>
            </a:r>
            <a:r>
              <a:rPr kumimoji="1" lang="en-US" altLang="ja-JP" b="1" baseline="0" dirty="0">
                <a:solidFill>
                  <a:schemeClr val="bg1"/>
                </a:solidFill>
                <a:latin typeface="+mj-ea"/>
                <a:ea typeface="+mj-ea"/>
              </a:rPr>
              <a:t> IDEAS FOR EVERY SPACE</a:t>
            </a:r>
            <a:endParaRPr kumimoji="1" lang="ja-JP" altLang="en-US" b="1" dirty="0">
              <a:solidFill>
                <a:schemeClr val="bg1"/>
              </a:solidFill>
              <a:latin typeface="+mj-ea"/>
              <a:ea typeface="+mj-ea"/>
            </a:endParaRPr>
          </a:p>
        </p:txBody>
      </p:sp>
    </p:spTree>
    <p:extLst>
      <p:ext uri="{BB962C8B-B14F-4D97-AF65-F5344CB8AC3E}">
        <p14:creationId xmlns:p14="http://schemas.microsoft.com/office/powerpoint/2010/main" val="16914023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gif"/><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18" Type="http://schemas.openxmlformats.org/officeDocument/2006/relationships/theme" Target="../theme/theme2.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17" Type="http://schemas.openxmlformats.org/officeDocument/2006/relationships/slideLayout" Target="../slideLayouts/slideLayout34.xml"/><Relationship Id="rId2" Type="http://schemas.openxmlformats.org/officeDocument/2006/relationships/slideLayout" Target="../slideLayouts/slideLayout19.xml"/><Relationship Id="rId16" Type="http://schemas.openxmlformats.org/officeDocument/2006/relationships/slideLayout" Target="../slideLayouts/slideLayout33.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10" Type="http://schemas.openxmlformats.org/officeDocument/2006/relationships/slideLayout" Target="../slideLayouts/slideLayout27.xml"/><Relationship Id="rId19" Type="http://schemas.openxmlformats.org/officeDocument/2006/relationships/image" Target="../media/image1.gif"/><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1080000" y="492801"/>
            <a:ext cx="8520000" cy="886397"/>
          </a:xfrm>
          <a:prstGeom prst="rect">
            <a:avLst/>
          </a:prstGeom>
        </p:spPr>
        <p:txBody>
          <a:bodyPr vert="horz" wrap="square" lIns="0" tIns="0" rIns="0" bIns="0" rtlCol="0" anchor="b" anchorCtr="0">
            <a:spAutoFit/>
          </a:bodyPr>
          <a:lstStyle/>
          <a:p>
            <a:r>
              <a:rPr lang="de-DE" dirty="0"/>
              <a:t>Titelmasterformat durch Klicken bearbeiten</a:t>
            </a:r>
            <a:endParaRPr lang="en-US" dirty="0"/>
          </a:p>
        </p:txBody>
      </p:sp>
      <p:sp>
        <p:nvSpPr>
          <p:cNvPr id="3" name="Textplatzhalter 2"/>
          <p:cNvSpPr>
            <a:spLocks noGrp="1"/>
          </p:cNvSpPr>
          <p:nvPr>
            <p:ph type="body" idx="1"/>
          </p:nvPr>
        </p:nvSpPr>
        <p:spPr>
          <a:xfrm>
            <a:off x="1080000" y="1800000"/>
            <a:ext cx="9120000" cy="1887696"/>
          </a:xfrm>
          <a:prstGeom prst="rect">
            <a:avLst/>
          </a:prstGeom>
        </p:spPr>
        <p:txBody>
          <a:bodyPr vert="horz" lIns="0" tIns="0" rIns="0" bIns="0" rtlCol="0">
            <a:spAutoFit/>
          </a:body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6" name="Foliennummernplatzhalter 5"/>
          <p:cNvSpPr>
            <a:spLocks noGrp="1"/>
          </p:cNvSpPr>
          <p:nvPr>
            <p:ph type="sldNum" sz="quarter" idx="4"/>
          </p:nvPr>
        </p:nvSpPr>
        <p:spPr>
          <a:xfrm>
            <a:off x="5760000" y="6509924"/>
            <a:ext cx="672075" cy="161583"/>
          </a:xfrm>
          <a:prstGeom prst="rect">
            <a:avLst/>
          </a:prstGeom>
        </p:spPr>
        <p:txBody>
          <a:bodyPr vert="horz" wrap="square" lIns="0" tIns="0" rIns="0" bIns="0" rtlCol="0" anchor="ctr">
            <a:spAutoFit/>
          </a:bodyPr>
          <a:lstStyle>
            <a:lvl1pPr algn="r">
              <a:defRPr lang="en-US" sz="1050" b="1" i="0" u="none" strike="noStrike" kern="1200" baseline="0" smtClean="0">
                <a:solidFill>
                  <a:schemeClr val="tx2"/>
                </a:solidFill>
                <a:latin typeface="+mj-lt"/>
                <a:ea typeface="+mn-ea"/>
                <a:cs typeface="+mn-cs"/>
              </a:defRPr>
            </a:lvl1pPr>
          </a:lstStyle>
          <a:p>
            <a:pPr algn="l"/>
            <a:r>
              <a:rPr lang="de-DE" dirty="0"/>
              <a:t>Page </a:t>
            </a:r>
            <a:fld id="{3FD030EF-7044-4946-962A-5D7D09BD1B34}" type="slidenum">
              <a:rPr lang="de-DE" smtClean="0"/>
              <a:pPr algn="l"/>
              <a:t>‹#›</a:t>
            </a:fld>
            <a:endParaRPr lang="de-DE" dirty="0"/>
          </a:p>
        </p:txBody>
      </p:sp>
      <p:sp>
        <p:nvSpPr>
          <p:cNvPr id="13" name="Textfeld 7"/>
          <p:cNvSpPr txBox="1"/>
          <p:nvPr/>
        </p:nvSpPr>
        <p:spPr>
          <a:xfrm>
            <a:off x="468000" y="6544800"/>
            <a:ext cx="2454198" cy="123111"/>
          </a:xfrm>
          <a:prstGeom prst="rect">
            <a:avLst/>
          </a:prstGeom>
          <a:noFill/>
        </p:spPr>
        <p:txBody>
          <a:bodyPr wrap="none" lIns="0" tIns="0" rIns="0" bIns="0" rtlCol="0">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b="1" i="0" u="none" strike="noStrike" kern="1200" baseline="0" dirty="0">
                <a:solidFill>
                  <a:schemeClr val="tx2"/>
                </a:solidFill>
                <a:latin typeface="+mj-lt"/>
                <a:ea typeface="+mn-ea"/>
                <a:cs typeface="+mn-cs"/>
              </a:rPr>
              <a:t>© 2017 Renesas Electronics Corporation. All rights reserved. </a:t>
            </a:r>
            <a:endParaRPr lang="en-US" sz="800" dirty="0">
              <a:solidFill>
                <a:schemeClr val="tx2"/>
              </a:solidFill>
              <a:latin typeface="+mj-lt"/>
            </a:endParaRPr>
          </a:p>
        </p:txBody>
      </p:sp>
      <p:cxnSp>
        <p:nvCxnSpPr>
          <p:cNvPr id="16" name="Gerade Verbindung 15"/>
          <p:cNvCxnSpPr/>
          <p:nvPr/>
        </p:nvCxnSpPr>
        <p:spPr>
          <a:xfrm>
            <a:off x="468000" y="6336000"/>
            <a:ext cx="112536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pic>
        <p:nvPicPr>
          <p:cNvPr id="8" name="図 7"/>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9947852" y="6440061"/>
            <a:ext cx="1773748" cy="301308"/>
          </a:xfrm>
          <a:prstGeom prst="rect">
            <a:avLst/>
          </a:prstGeom>
        </p:spPr>
      </p:pic>
    </p:spTree>
    <p:extLst>
      <p:ext uri="{BB962C8B-B14F-4D97-AF65-F5344CB8AC3E}">
        <p14:creationId xmlns:p14="http://schemas.microsoft.com/office/powerpoint/2010/main" val="817613839"/>
      </p:ext>
    </p:extLst>
  </p:cSld>
  <p:clrMap bg1="lt1" tx1="dk1" bg2="lt2" tx2="dk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 id="2147483775" r:id="rId6"/>
    <p:sldLayoutId id="2147483776" r:id="rId7"/>
    <p:sldLayoutId id="2147483777" r:id="rId8"/>
    <p:sldLayoutId id="2147483778" r:id="rId9"/>
    <p:sldLayoutId id="2147483779" r:id="rId10"/>
    <p:sldLayoutId id="2147483780" r:id="rId11"/>
    <p:sldLayoutId id="2147483781" r:id="rId12"/>
    <p:sldLayoutId id="2147483782" r:id="rId13"/>
    <p:sldLayoutId id="2147483783" r:id="rId14"/>
    <p:sldLayoutId id="2147483784" r:id="rId15"/>
    <p:sldLayoutId id="2147483785" r:id="rId16"/>
    <p:sldLayoutId id="2147483786" r:id="rId17"/>
  </p:sldLayoutIdLst>
  <p:hf hdr="0" ftr="0" dt="0"/>
  <p:txStyles>
    <p:titleStyle>
      <a:lvl1pPr algn="l" defTabSz="914400" rtl="0" eaLnBrk="1" latinLnBrk="0" hangingPunct="1">
        <a:lnSpc>
          <a:spcPct val="90000"/>
        </a:lnSpc>
        <a:spcBef>
          <a:spcPct val="0"/>
        </a:spcBef>
        <a:buNone/>
        <a:defRPr kumimoji="1" sz="3200" b="1" kern="1200" cap="all" baseline="0">
          <a:solidFill>
            <a:schemeClr val="tx2"/>
          </a:solidFill>
          <a:latin typeface="+mj-lt"/>
          <a:ea typeface="+mj-ea"/>
          <a:cs typeface="+mj-cs"/>
        </a:defRPr>
      </a:lvl1pPr>
    </p:titleStyle>
    <p:bodyStyle>
      <a:lvl1pPr marL="0" indent="0" algn="l" defTabSz="914400" rtl="0" eaLnBrk="1" latinLnBrk="0" hangingPunct="1">
        <a:lnSpc>
          <a:spcPct val="120000"/>
        </a:lnSpc>
        <a:spcBef>
          <a:spcPts val="0"/>
        </a:spcBef>
        <a:spcAft>
          <a:spcPts val="800"/>
        </a:spcAft>
        <a:buFont typeface="Arial" panose="020B0604020202020204" pitchFamily="34" charset="0"/>
        <a:buNone/>
        <a:defRPr kumimoji="1" sz="1600" kern="1200">
          <a:solidFill>
            <a:schemeClr val="tx1"/>
          </a:solidFill>
          <a:latin typeface="+mn-lt"/>
          <a:ea typeface="+mn-ea"/>
          <a:cs typeface="+mn-cs"/>
        </a:defRPr>
      </a:lvl1pPr>
      <a:lvl2pPr marL="177800" indent="-177800" algn="l" defTabSz="914400" rtl="0" eaLnBrk="1" latinLnBrk="0" hangingPunct="1">
        <a:lnSpc>
          <a:spcPct val="120000"/>
        </a:lnSpc>
        <a:spcBef>
          <a:spcPts val="0"/>
        </a:spcBef>
        <a:spcAft>
          <a:spcPts val="800"/>
        </a:spcAft>
        <a:buClr>
          <a:schemeClr val="tx2"/>
        </a:buClr>
        <a:buFont typeface="Wingdings" panose="05000000000000000000" pitchFamily="2" charset="2"/>
        <a:buChar char="§"/>
        <a:defRPr kumimoji="1" sz="1600" kern="1200">
          <a:solidFill>
            <a:schemeClr val="tx1"/>
          </a:solidFill>
          <a:latin typeface="+mn-lt"/>
          <a:ea typeface="+mn-ea"/>
          <a:cs typeface="+mn-cs"/>
        </a:defRPr>
      </a:lvl2pPr>
      <a:lvl3pPr marL="355600" indent="-177800" algn="l" defTabSz="914400" rtl="0" eaLnBrk="1" latinLnBrk="0" hangingPunct="1">
        <a:lnSpc>
          <a:spcPct val="120000"/>
        </a:lnSpc>
        <a:spcBef>
          <a:spcPts val="0"/>
        </a:spcBef>
        <a:spcAft>
          <a:spcPts val="800"/>
        </a:spcAft>
        <a:buClr>
          <a:schemeClr val="tx2"/>
        </a:buClr>
        <a:buFont typeface="Wingdings" panose="05000000000000000000" pitchFamily="2" charset="2"/>
        <a:buChar char="§"/>
        <a:defRPr kumimoji="1" sz="1600" kern="1200">
          <a:solidFill>
            <a:schemeClr val="tx1"/>
          </a:solidFill>
          <a:latin typeface="+mn-lt"/>
          <a:ea typeface="+mn-ea"/>
          <a:cs typeface="+mn-cs"/>
        </a:defRPr>
      </a:lvl3pPr>
      <a:lvl4pPr marL="539750" indent="-184150" algn="l" defTabSz="914400" rtl="0" eaLnBrk="1" latinLnBrk="0" hangingPunct="1">
        <a:lnSpc>
          <a:spcPct val="120000"/>
        </a:lnSpc>
        <a:spcBef>
          <a:spcPts val="0"/>
        </a:spcBef>
        <a:spcAft>
          <a:spcPts val="800"/>
        </a:spcAft>
        <a:buFont typeface="Symbol" panose="05050102010706020507" pitchFamily="18" charset="2"/>
        <a:buChar char="-"/>
        <a:defRPr kumimoji="1" sz="1600" kern="1200">
          <a:solidFill>
            <a:schemeClr val="tx1"/>
          </a:solidFill>
          <a:latin typeface="+mn-lt"/>
          <a:ea typeface="+mn-ea"/>
          <a:cs typeface="+mn-cs"/>
        </a:defRPr>
      </a:lvl4pPr>
      <a:lvl5pPr marL="719138" indent="-179388" algn="l" defTabSz="914400" rtl="0" eaLnBrk="1" latinLnBrk="0" hangingPunct="1">
        <a:lnSpc>
          <a:spcPct val="120000"/>
        </a:lnSpc>
        <a:spcBef>
          <a:spcPts val="0"/>
        </a:spcBef>
        <a:spcAft>
          <a:spcPts val="800"/>
        </a:spcAft>
        <a:buFont typeface="Symbol" panose="05050102010706020507" pitchFamily="18" charset="2"/>
        <a:buChar char="-"/>
        <a:defRPr kumimoji="1" sz="16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9pPr>
    </p:bodyStyle>
    <p:otherStyle>
      <a:defPPr>
        <a:defRPr lang="de-DE"/>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290">
          <p15:clr>
            <a:srgbClr val="F26B43"/>
          </p15:clr>
        </p15:guide>
        <p15:guide id="2" pos="676">
          <p15:clr>
            <a:srgbClr val="F26B43"/>
          </p15:clr>
        </p15:guide>
        <p15:guide id="3" pos="3841">
          <p15:clr>
            <a:srgbClr val="F26B43"/>
          </p15:clr>
        </p15:guide>
        <p15:guide id="4" pos="7378">
          <p15:clr>
            <a:srgbClr val="F26B43"/>
          </p15:clr>
        </p15:guide>
        <p15:guide id="5" pos="6289">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1080000" y="492801"/>
            <a:ext cx="8520000" cy="886397"/>
          </a:xfrm>
          <a:prstGeom prst="rect">
            <a:avLst/>
          </a:prstGeom>
        </p:spPr>
        <p:txBody>
          <a:bodyPr vert="horz" wrap="square" lIns="0" tIns="0" rIns="0" bIns="0" rtlCol="0" anchor="b" anchorCtr="0">
            <a:spAutoFit/>
          </a:bodyPr>
          <a:lstStyle/>
          <a:p>
            <a:r>
              <a:rPr lang="de-DE" dirty="0"/>
              <a:t>Titelmasterformat durch Klicken bearbeiten</a:t>
            </a:r>
            <a:endParaRPr lang="en-US" dirty="0"/>
          </a:p>
        </p:txBody>
      </p:sp>
      <p:sp>
        <p:nvSpPr>
          <p:cNvPr id="3" name="Textplatzhalter 2"/>
          <p:cNvSpPr>
            <a:spLocks noGrp="1"/>
          </p:cNvSpPr>
          <p:nvPr>
            <p:ph type="body" idx="1"/>
          </p:nvPr>
        </p:nvSpPr>
        <p:spPr>
          <a:xfrm>
            <a:off x="1080000" y="1800000"/>
            <a:ext cx="9120000" cy="1887696"/>
          </a:xfrm>
          <a:prstGeom prst="rect">
            <a:avLst/>
          </a:prstGeom>
        </p:spPr>
        <p:txBody>
          <a:bodyPr vert="horz" lIns="0" tIns="0" rIns="0" bIns="0" rtlCol="0">
            <a:spAutoFit/>
          </a:body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6" name="Foliennummernplatzhalter 5"/>
          <p:cNvSpPr>
            <a:spLocks noGrp="1"/>
          </p:cNvSpPr>
          <p:nvPr>
            <p:ph type="sldNum" sz="quarter" idx="4"/>
          </p:nvPr>
        </p:nvSpPr>
        <p:spPr>
          <a:xfrm>
            <a:off x="5760000" y="6509924"/>
            <a:ext cx="672075" cy="161583"/>
          </a:xfrm>
          <a:prstGeom prst="rect">
            <a:avLst/>
          </a:prstGeom>
        </p:spPr>
        <p:txBody>
          <a:bodyPr vert="horz" wrap="square" lIns="0" tIns="0" rIns="0" bIns="0" rtlCol="0" anchor="ctr">
            <a:spAutoFit/>
          </a:bodyPr>
          <a:lstStyle>
            <a:lvl1pPr algn="r">
              <a:defRPr lang="en-US" sz="1050" b="1" i="0" u="none" strike="noStrike" kern="1200" baseline="0" smtClean="0">
                <a:solidFill>
                  <a:schemeClr val="tx2"/>
                </a:solidFill>
                <a:latin typeface="+mj-lt"/>
                <a:ea typeface="+mn-ea"/>
                <a:cs typeface="+mn-cs"/>
              </a:defRPr>
            </a:lvl1pPr>
          </a:lstStyle>
          <a:p>
            <a:pPr algn="l"/>
            <a:r>
              <a:rPr lang="de-DE" dirty="0"/>
              <a:t>Page </a:t>
            </a:r>
            <a:fld id="{3FD030EF-7044-4946-962A-5D7D09BD1B34}" type="slidenum">
              <a:rPr lang="de-DE" smtClean="0"/>
              <a:pPr algn="l"/>
              <a:t>‹#›</a:t>
            </a:fld>
            <a:endParaRPr lang="de-DE" dirty="0"/>
          </a:p>
        </p:txBody>
      </p:sp>
      <p:sp>
        <p:nvSpPr>
          <p:cNvPr id="13" name="Textfeld 7"/>
          <p:cNvSpPr txBox="1"/>
          <p:nvPr/>
        </p:nvSpPr>
        <p:spPr>
          <a:xfrm>
            <a:off x="468000" y="6544800"/>
            <a:ext cx="2454198" cy="123111"/>
          </a:xfrm>
          <a:prstGeom prst="rect">
            <a:avLst/>
          </a:prstGeom>
          <a:noFill/>
        </p:spPr>
        <p:txBody>
          <a:bodyPr wrap="none" lIns="0" tIns="0" rIns="0" bIns="0" rtlCol="0">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b="1" i="0" u="none" strike="noStrike" kern="1200" baseline="0" dirty="0">
                <a:solidFill>
                  <a:schemeClr val="tx2"/>
                </a:solidFill>
                <a:latin typeface="+mj-lt"/>
                <a:ea typeface="+mn-ea"/>
                <a:cs typeface="+mn-cs"/>
              </a:rPr>
              <a:t>© 2017 Renesas Electronics Corporation. All rights reserved. </a:t>
            </a:r>
            <a:endParaRPr lang="en-US" sz="800" dirty="0">
              <a:solidFill>
                <a:schemeClr val="tx2"/>
              </a:solidFill>
              <a:latin typeface="+mj-lt"/>
            </a:endParaRPr>
          </a:p>
        </p:txBody>
      </p:sp>
      <p:cxnSp>
        <p:nvCxnSpPr>
          <p:cNvPr id="16" name="Gerade Verbindung 15"/>
          <p:cNvCxnSpPr/>
          <p:nvPr/>
        </p:nvCxnSpPr>
        <p:spPr>
          <a:xfrm>
            <a:off x="468000" y="6336000"/>
            <a:ext cx="112536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pic>
        <p:nvPicPr>
          <p:cNvPr id="8" name="図 7"/>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9947852" y="6440061"/>
            <a:ext cx="1773748" cy="301308"/>
          </a:xfrm>
          <a:prstGeom prst="rect">
            <a:avLst/>
          </a:prstGeom>
        </p:spPr>
      </p:pic>
      <p:sp>
        <p:nvSpPr>
          <p:cNvPr id="10" name="Rechteck 9"/>
          <p:cNvSpPr/>
          <p:nvPr/>
        </p:nvSpPr>
        <p:spPr>
          <a:xfrm>
            <a:off x="2999656" y="6489860"/>
            <a:ext cx="1531100" cy="201711"/>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nchorCtr="0">
            <a:noAutofit/>
          </a:bodyP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50" b="1" i="0" u="none" strike="noStrike" kern="1200" baseline="0" dirty="0">
                <a:solidFill>
                  <a:schemeClr val="bg1"/>
                </a:solidFill>
                <a:latin typeface="+mj-lt"/>
                <a:ea typeface="+mn-ea"/>
                <a:cs typeface="+mn-cs"/>
              </a:rPr>
              <a:t>RENESAS CONFIDENTIAL</a:t>
            </a:r>
            <a:endParaRPr lang="en-US" sz="1050" b="1" dirty="0">
              <a:latin typeface="+mj-lt"/>
            </a:endParaRPr>
          </a:p>
        </p:txBody>
      </p:sp>
    </p:spTree>
    <p:extLst>
      <p:ext uri="{BB962C8B-B14F-4D97-AF65-F5344CB8AC3E}">
        <p14:creationId xmlns:p14="http://schemas.microsoft.com/office/powerpoint/2010/main" val="542110291"/>
      </p:ext>
    </p:extLst>
  </p:cSld>
  <p:clrMap bg1="lt1" tx1="dk1" bg2="lt2" tx2="dk2" accent1="accent1" accent2="accent2" accent3="accent3" accent4="accent4" accent5="accent5" accent6="accent6" hlink="hlink" folHlink="folHlink"/>
  <p:sldLayoutIdLst>
    <p:sldLayoutId id="2147483788" r:id="rId1"/>
    <p:sldLayoutId id="2147483789" r:id="rId2"/>
    <p:sldLayoutId id="2147483790" r:id="rId3"/>
    <p:sldLayoutId id="2147483791" r:id="rId4"/>
    <p:sldLayoutId id="2147483792" r:id="rId5"/>
    <p:sldLayoutId id="2147483793" r:id="rId6"/>
    <p:sldLayoutId id="2147483794" r:id="rId7"/>
    <p:sldLayoutId id="2147483795" r:id="rId8"/>
    <p:sldLayoutId id="2147483796" r:id="rId9"/>
    <p:sldLayoutId id="2147483797" r:id="rId10"/>
    <p:sldLayoutId id="2147483798" r:id="rId11"/>
    <p:sldLayoutId id="2147483799" r:id="rId12"/>
    <p:sldLayoutId id="2147483800" r:id="rId13"/>
    <p:sldLayoutId id="2147483801" r:id="rId14"/>
    <p:sldLayoutId id="2147483802" r:id="rId15"/>
    <p:sldLayoutId id="2147483803" r:id="rId16"/>
    <p:sldLayoutId id="2147483804" r:id="rId17"/>
  </p:sldLayoutIdLst>
  <p:hf hdr="0" ftr="0" dt="0"/>
  <p:txStyles>
    <p:titleStyle>
      <a:lvl1pPr algn="l" defTabSz="914400" rtl="0" eaLnBrk="1" latinLnBrk="0" hangingPunct="1">
        <a:lnSpc>
          <a:spcPct val="90000"/>
        </a:lnSpc>
        <a:spcBef>
          <a:spcPct val="0"/>
        </a:spcBef>
        <a:buNone/>
        <a:defRPr kumimoji="1" sz="3200" b="1" kern="1200" cap="all" baseline="0">
          <a:solidFill>
            <a:schemeClr val="tx2"/>
          </a:solidFill>
          <a:latin typeface="+mj-lt"/>
          <a:ea typeface="+mj-ea"/>
          <a:cs typeface="+mj-cs"/>
        </a:defRPr>
      </a:lvl1pPr>
    </p:titleStyle>
    <p:bodyStyle>
      <a:lvl1pPr marL="0" indent="0" algn="l" defTabSz="914400" rtl="0" eaLnBrk="1" latinLnBrk="0" hangingPunct="1">
        <a:lnSpc>
          <a:spcPct val="120000"/>
        </a:lnSpc>
        <a:spcBef>
          <a:spcPts val="0"/>
        </a:spcBef>
        <a:spcAft>
          <a:spcPts val="800"/>
        </a:spcAft>
        <a:buFont typeface="Arial" panose="020B0604020202020204" pitchFamily="34" charset="0"/>
        <a:buNone/>
        <a:defRPr kumimoji="1" sz="1600" kern="1200">
          <a:solidFill>
            <a:schemeClr val="tx1"/>
          </a:solidFill>
          <a:latin typeface="+mn-lt"/>
          <a:ea typeface="+mn-ea"/>
          <a:cs typeface="+mn-cs"/>
        </a:defRPr>
      </a:lvl1pPr>
      <a:lvl2pPr marL="177800" indent="-177800" algn="l" defTabSz="914400" rtl="0" eaLnBrk="1" latinLnBrk="0" hangingPunct="1">
        <a:lnSpc>
          <a:spcPct val="120000"/>
        </a:lnSpc>
        <a:spcBef>
          <a:spcPts val="0"/>
        </a:spcBef>
        <a:spcAft>
          <a:spcPts val="800"/>
        </a:spcAft>
        <a:buClr>
          <a:schemeClr val="tx2"/>
        </a:buClr>
        <a:buFont typeface="Wingdings" panose="05000000000000000000" pitchFamily="2" charset="2"/>
        <a:buChar char="§"/>
        <a:defRPr kumimoji="1" sz="1600" kern="1200">
          <a:solidFill>
            <a:schemeClr val="tx1"/>
          </a:solidFill>
          <a:latin typeface="+mn-lt"/>
          <a:ea typeface="+mn-ea"/>
          <a:cs typeface="+mn-cs"/>
        </a:defRPr>
      </a:lvl2pPr>
      <a:lvl3pPr marL="355600" indent="-177800" algn="l" defTabSz="914400" rtl="0" eaLnBrk="1" latinLnBrk="0" hangingPunct="1">
        <a:lnSpc>
          <a:spcPct val="120000"/>
        </a:lnSpc>
        <a:spcBef>
          <a:spcPts val="0"/>
        </a:spcBef>
        <a:spcAft>
          <a:spcPts val="800"/>
        </a:spcAft>
        <a:buClr>
          <a:schemeClr val="tx2"/>
        </a:buClr>
        <a:buFont typeface="Wingdings" panose="05000000000000000000" pitchFamily="2" charset="2"/>
        <a:buChar char="§"/>
        <a:defRPr kumimoji="1" sz="1600" kern="1200">
          <a:solidFill>
            <a:schemeClr val="tx1"/>
          </a:solidFill>
          <a:latin typeface="+mn-lt"/>
          <a:ea typeface="+mn-ea"/>
          <a:cs typeface="+mn-cs"/>
        </a:defRPr>
      </a:lvl3pPr>
      <a:lvl4pPr marL="539750" indent="-184150" algn="l" defTabSz="914400" rtl="0" eaLnBrk="1" latinLnBrk="0" hangingPunct="1">
        <a:lnSpc>
          <a:spcPct val="120000"/>
        </a:lnSpc>
        <a:spcBef>
          <a:spcPts val="0"/>
        </a:spcBef>
        <a:spcAft>
          <a:spcPts val="800"/>
        </a:spcAft>
        <a:buFont typeface="Symbol" panose="05050102010706020507" pitchFamily="18" charset="2"/>
        <a:buChar char="-"/>
        <a:defRPr kumimoji="1" sz="1600" kern="1200">
          <a:solidFill>
            <a:schemeClr val="tx1"/>
          </a:solidFill>
          <a:latin typeface="+mn-lt"/>
          <a:ea typeface="+mn-ea"/>
          <a:cs typeface="+mn-cs"/>
        </a:defRPr>
      </a:lvl4pPr>
      <a:lvl5pPr marL="719138" indent="-179388" algn="l" defTabSz="914400" rtl="0" eaLnBrk="1" latinLnBrk="0" hangingPunct="1">
        <a:lnSpc>
          <a:spcPct val="120000"/>
        </a:lnSpc>
        <a:spcBef>
          <a:spcPts val="0"/>
        </a:spcBef>
        <a:spcAft>
          <a:spcPts val="800"/>
        </a:spcAft>
        <a:buFont typeface="Symbol" panose="05050102010706020507" pitchFamily="18" charset="2"/>
        <a:buChar char="-"/>
        <a:defRPr kumimoji="1" sz="16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9pPr>
    </p:bodyStyle>
    <p:otherStyle>
      <a:defPPr>
        <a:defRPr lang="de-DE"/>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290">
          <p15:clr>
            <a:srgbClr val="F26B43"/>
          </p15:clr>
        </p15:guide>
        <p15:guide id="2" pos="676">
          <p15:clr>
            <a:srgbClr val="F26B43"/>
          </p15:clr>
        </p15:guide>
        <p15:guide id="3" pos="3841">
          <p15:clr>
            <a:srgbClr val="F26B43"/>
          </p15:clr>
        </p15:guide>
        <p15:guide id="4" pos="7378">
          <p15:clr>
            <a:srgbClr val="F26B43"/>
          </p15:clr>
        </p15:guide>
        <p15:guide id="5" pos="6289">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5.xml"/><Relationship Id="rId1" Type="http://schemas.openxmlformats.org/officeDocument/2006/relationships/slideLayout" Target="../slideLayouts/slideLayout3.xml"/><Relationship Id="rId4" Type="http://schemas.openxmlformats.org/officeDocument/2006/relationships/image" Target="../media/image25.png"/></Relationships>
</file>

<file path=ppt/slides/_rels/slide4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6.xml"/><Relationship Id="rId1" Type="http://schemas.openxmlformats.org/officeDocument/2006/relationships/slideLayout" Target="../slideLayouts/slideLayout3.xml"/><Relationship Id="rId4" Type="http://schemas.openxmlformats.org/officeDocument/2006/relationships/image" Target="../media/image27.png"/></Relationships>
</file>

<file path=ppt/slides/_rels/slide4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7.xml"/><Relationship Id="rId1" Type="http://schemas.openxmlformats.org/officeDocument/2006/relationships/slideLayout" Target="../slideLayouts/slideLayout3.xml"/><Relationship Id="rId4" Type="http://schemas.openxmlformats.org/officeDocument/2006/relationships/image" Target="../media/image29.png"/></Relationships>
</file>

<file path=ppt/slides/_rels/slide4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9.xml"/><Relationship Id="rId1" Type="http://schemas.openxmlformats.org/officeDocument/2006/relationships/slideLayout" Target="../slideLayouts/slideLayout3.xml"/><Relationship Id="rId4" Type="http://schemas.openxmlformats.org/officeDocument/2006/relationships/image" Target="../media/image32.png"/></Relationships>
</file>

<file path=ppt/slides/_rels/slide5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1.xml"/><Relationship Id="rId1" Type="http://schemas.openxmlformats.org/officeDocument/2006/relationships/slideLayout" Target="../slideLayouts/slideLayout3.xml"/><Relationship Id="rId4" Type="http://schemas.openxmlformats.org/officeDocument/2006/relationships/image" Target="../media/image35.png"/></Relationships>
</file>

<file path=ppt/slides/_rels/slide5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4.xml"/><Relationship Id="rId1" Type="http://schemas.openxmlformats.org/officeDocument/2006/relationships/slideLayout" Target="../slideLayouts/slideLayout3.xml"/><Relationship Id="rId4" Type="http://schemas.openxmlformats.org/officeDocument/2006/relationships/image" Target="../media/image39.png"/></Relationships>
</file>

<file path=ppt/slides/_rels/slide5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5.xml"/><Relationship Id="rId1" Type="http://schemas.openxmlformats.org/officeDocument/2006/relationships/slideLayout" Target="../slideLayouts/slideLayout3.xml"/><Relationship Id="rId4" Type="http://schemas.openxmlformats.org/officeDocument/2006/relationships/image" Target="../media/image4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cap="all" dirty="0"/>
              <a:t>Agenda</a:t>
            </a:r>
            <a:endParaRPr lang="en-US" dirty="0"/>
          </a:p>
        </p:txBody>
      </p:sp>
      <p:sp>
        <p:nvSpPr>
          <p:cNvPr id="3" name="Foliennummernplatzhalter 2"/>
          <p:cNvSpPr>
            <a:spLocks noGrp="1"/>
          </p:cNvSpPr>
          <p:nvPr>
            <p:ph type="sldNum" sz="quarter" idx="10"/>
          </p:nvPr>
        </p:nvSpPr>
        <p:spPr/>
        <p:txBody>
          <a:bodyPr/>
          <a:lstStyle/>
          <a:p>
            <a:pPr algn="l"/>
            <a:r>
              <a:rPr lang="de-DE"/>
              <a:t>Page </a:t>
            </a:r>
            <a:fld id="{3FD030EF-7044-4946-962A-5D7D09BD1B34}" type="slidenum">
              <a:rPr lang="de-DE" smtClean="0"/>
              <a:pPr algn="l"/>
              <a:t>1</a:t>
            </a:fld>
            <a:endParaRPr lang="de-DE" dirty="0"/>
          </a:p>
        </p:txBody>
      </p:sp>
      <p:sp>
        <p:nvSpPr>
          <p:cNvPr id="4" name="Inhaltsplatzhalter 3"/>
          <p:cNvSpPr>
            <a:spLocks noGrp="1"/>
          </p:cNvSpPr>
          <p:nvPr>
            <p:ph idx="1"/>
          </p:nvPr>
        </p:nvSpPr>
        <p:spPr>
          <a:xfrm>
            <a:off x="1260000" y="2276872"/>
            <a:ext cx="9000000" cy="1932837"/>
          </a:xfrm>
        </p:spPr>
        <p:txBody>
          <a:bodyPr/>
          <a:lstStyle/>
          <a:p>
            <a:pPr lvl="1"/>
            <a:r>
              <a:rPr lang="de-DE" sz="2200" dirty="0" smtClean="0">
                <a:solidFill>
                  <a:srgbClr val="FF0000"/>
                </a:solidFill>
              </a:rPr>
              <a:t>Introduction</a:t>
            </a:r>
          </a:p>
          <a:p>
            <a:pPr lvl="1"/>
            <a:r>
              <a:rPr lang="de-DE" sz="2200" dirty="0" smtClean="0"/>
              <a:t>User guidance</a:t>
            </a:r>
          </a:p>
          <a:p>
            <a:pPr lvl="1" algn="just"/>
            <a:r>
              <a:rPr lang="en-US" sz="2200" dirty="0" smtClean="0"/>
              <a:t>Abnormal cases</a:t>
            </a:r>
          </a:p>
          <a:p>
            <a:pPr marL="0" lvl="1" indent="0">
              <a:buNone/>
            </a:pPr>
            <a:endParaRPr lang="en-US" sz="2200" dirty="0"/>
          </a:p>
        </p:txBody>
      </p:sp>
    </p:spTree>
    <p:extLst>
      <p:ext uri="{BB962C8B-B14F-4D97-AF65-F5344CB8AC3E}">
        <p14:creationId xmlns:p14="http://schemas.microsoft.com/office/powerpoint/2010/main" val="33223897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0000" y="936000"/>
            <a:ext cx="8520000" cy="443198"/>
          </a:xfrm>
        </p:spPr>
        <p:txBody>
          <a:bodyPr/>
          <a:lstStyle/>
          <a:p>
            <a:r>
              <a:rPr lang="en-US" dirty="0" smtClean="0"/>
              <a:t>introduction</a:t>
            </a:r>
            <a:endParaRPr lang="en-US" dirty="0"/>
          </a:p>
        </p:txBody>
      </p:sp>
      <p:sp>
        <p:nvSpPr>
          <p:cNvPr id="3" name="Slide Number Placeholder 2"/>
          <p:cNvSpPr>
            <a:spLocks noGrp="1"/>
          </p:cNvSpPr>
          <p:nvPr>
            <p:ph type="sldNum" sz="quarter" idx="10"/>
          </p:nvPr>
        </p:nvSpPr>
        <p:spPr/>
        <p:txBody>
          <a:bodyPr/>
          <a:lstStyle/>
          <a:p>
            <a:pPr algn="l"/>
            <a:r>
              <a:rPr lang="de-DE" smtClean="0"/>
              <a:t>Page </a:t>
            </a:r>
            <a:fld id="{3FD030EF-7044-4946-962A-5D7D09BD1B34}" type="slidenum">
              <a:rPr lang="de-DE" smtClean="0"/>
              <a:pPr algn="l"/>
              <a:t>2</a:t>
            </a:fld>
            <a:endParaRPr lang="de-DE" dirty="0"/>
          </a:p>
        </p:txBody>
      </p:sp>
      <p:sp>
        <p:nvSpPr>
          <p:cNvPr id="4" name="Content Placeholder 3"/>
          <p:cNvSpPr>
            <a:spLocks noGrp="1"/>
          </p:cNvSpPr>
          <p:nvPr>
            <p:ph idx="1"/>
          </p:nvPr>
        </p:nvSpPr>
        <p:spPr>
          <a:xfrm>
            <a:off x="1343472" y="1772816"/>
            <a:ext cx="9984552" cy="2317558"/>
          </a:xfrm>
        </p:spPr>
        <p:txBody>
          <a:bodyPr/>
          <a:lstStyle/>
          <a:p>
            <a:pPr marL="0" indent="0">
              <a:buNone/>
            </a:pPr>
            <a:r>
              <a:rPr lang="en-US" sz="2200" b="1" dirty="0" err="1" smtClean="0">
                <a:solidFill>
                  <a:srgbClr val="FF0000"/>
                </a:solidFill>
              </a:rPr>
              <a:t>TortoiseSVN</a:t>
            </a:r>
            <a:r>
              <a:rPr lang="en-US" sz="2200" b="1" dirty="0" smtClean="0">
                <a:solidFill>
                  <a:srgbClr val="FF0000"/>
                </a:solidFill>
              </a:rPr>
              <a:t>:</a:t>
            </a:r>
          </a:p>
          <a:p>
            <a:r>
              <a:rPr lang="en-US" sz="2200" dirty="0"/>
              <a:t>A</a:t>
            </a:r>
            <a:r>
              <a:rPr lang="en-US" sz="2200" dirty="0" smtClean="0"/>
              <a:t> </a:t>
            </a:r>
            <a:r>
              <a:rPr lang="en-US" sz="2200" dirty="0"/>
              <a:t>free open-source client for the version control system (Subversion </a:t>
            </a:r>
            <a:r>
              <a:rPr lang="en-US" sz="2200" dirty="0" smtClean="0"/>
              <a:t>– SVN)</a:t>
            </a:r>
          </a:p>
          <a:p>
            <a:r>
              <a:rPr lang="en-US" sz="2200" dirty="0" smtClean="0"/>
              <a:t>Managing </a:t>
            </a:r>
            <a:r>
              <a:rPr lang="en-US" sz="2200" dirty="0"/>
              <a:t>files and directories over </a:t>
            </a:r>
            <a:r>
              <a:rPr lang="en-US" sz="2200" dirty="0" smtClean="0"/>
              <a:t>time.</a:t>
            </a:r>
          </a:p>
          <a:p>
            <a:r>
              <a:rPr lang="en-US" sz="2200" dirty="0" smtClean="0"/>
              <a:t>Files </a:t>
            </a:r>
            <a:r>
              <a:rPr lang="en-US" sz="2200" dirty="0"/>
              <a:t>are stored in a central Repository.</a:t>
            </a:r>
          </a:p>
        </p:txBody>
      </p:sp>
    </p:spTree>
    <p:extLst>
      <p:ext uri="{BB962C8B-B14F-4D97-AF65-F5344CB8AC3E}">
        <p14:creationId xmlns:p14="http://schemas.microsoft.com/office/powerpoint/2010/main" val="144582211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0000" y="936000"/>
            <a:ext cx="8520000" cy="443198"/>
          </a:xfrm>
        </p:spPr>
        <p:txBody>
          <a:bodyPr/>
          <a:lstStyle/>
          <a:p>
            <a:r>
              <a:rPr lang="en-US" dirty="0"/>
              <a:t>introduction</a:t>
            </a:r>
          </a:p>
        </p:txBody>
      </p:sp>
      <p:sp>
        <p:nvSpPr>
          <p:cNvPr id="3" name="Slide Number Placeholder 2"/>
          <p:cNvSpPr>
            <a:spLocks noGrp="1"/>
          </p:cNvSpPr>
          <p:nvPr>
            <p:ph type="sldNum" sz="quarter" idx="10"/>
          </p:nvPr>
        </p:nvSpPr>
        <p:spPr/>
        <p:txBody>
          <a:bodyPr/>
          <a:lstStyle/>
          <a:p>
            <a:pPr algn="l"/>
            <a:r>
              <a:rPr lang="de-DE" smtClean="0"/>
              <a:t>Page </a:t>
            </a:r>
            <a:fld id="{3FD030EF-7044-4946-962A-5D7D09BD1B34}" type="slidenum">
              <a:rPr lang="de-DE" smtClean="0"/>
              <a:pPr algn="l"/>
              <a:t>3</a:t>
            </a:fld>
            <a:endParaRPr lang="de-DE" dirty="0"/>
          </a:p>
        </p:txBody>
      </p:sp>
      <p:sp>
        <p:nvSpPr>
          <p:cNvPr id="4" name="Content Placeholder 3"/>
          <p:cNvSpPr>
            <a:spLocks noGrp="1"/>
          </p:cNvSpPr>
          <p:nvPr>
            <p:ph idx="1"/>
          </p:nvPr>
        </p:nvSpPr>
        <p:spPr>
          <a:xfrm>
            <a:off x="1478593" y="1723377"/>
            <a:ext cx="9000000" cy="777136"/>
          </a:xfrm>
        </p:spPr>
        <p:txBody>
          <a:bodyPr/>
          <a:lstStyle/>
          <a:p>
            <a:pPr lvl="1"/>
            <a:r>
              <a:rPr lang="en-US" sz="2200" dirty="0"/>
              <a:t>Icon overlays</a:t>
            </a:r>
          </a:p>
          <a:p>
            <a:pPr lvl="1"/>
            <a:endParaRPr lang="en-US" dirty="0" smtClean="0"/>
          </a:p>
        </p:txBody>
      </p:sp>
      <p:pic>
        <p:nvPicPr>
          <p:cNvPr id="5" name="Picture 4"/>
          <p:cNvPicPr>
            <a:picLocks noChangeAspect="1"/>
          </p:cNvPicPr>
          <p:nvPr/>
        </p:nvPicPr>
        <p:blipFill>
          <a:blip r:embed="rId2"/>
          <a:stretch>
            <a:fillRect/>
          </a:stretch>
        </p:blipFill>
        <p:spPr>
          <a:xfrm>
            <a:off x="2207568" y="2348880"/>
            <a:ext cx="7542050" cy="3428297"/>
          </a:xfrm>
          <a:prstGeom prst="rect">
            <a:avLst/>
          </a:prstGeom>
        </p:spPr>
      </p:pic>
    </p:spTree>
    <p:extLst>
      <p:ext uri="{BB962C8B-B14F-4D97-AF65-F5344CB8AC3E}">
        <p14:creationId xmlns:p14="http://schemas.microsoft.com/office/powerpoint/2010/main" val="47074404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0000" y="936000"/>
            <a:ext cx="8520000" cy="443198"/>
          </a:xfrm>
        </p:spPr>
        <p:txBody>
          <a:bodyPr/>
          <a:lstStyle/>
          <a:p>
            <a:r>
              <a:rPr lang="en-US" dirty="0"/>
              <a:t>introduction</a:t>
            </a:r>
          </a:p>
        </p:txBody>
      </p:sp>
      <p:sp>
        <p:nvSpPr>
          <p:cNvPr id="3" name="Slide Number Placeholder 2"/>
          <p:cNvSpPr>
            <a:spLocks noGrp="1"/>
          </p:cNvSpPr>
          <p:nvPr>
            <p:ph type="sldNum" sz="quarter" idx="10"/>
          </p:nvPr>
        </p:nvSpPr>
        <p:spPr/>
        <p:txBody>
          <a:bodyPr/>
          <a:lstStyle/>
          <a:p>
            <a:pPr algn="l"/>
            <a:r>
              <a:rPr lang="de-DE" smtClean="0"/>
              <a:t>Page </a:t>
            </a:r>
            <a:fld id="{3FD030EF-7044-4946-962A-5D7D09BD1B34}" type="slidenum">
              <a:rPr lang="de-DE" smtClean="0"/>
              <a:pPr algn="l"/>
              <a:t>4</a:t>
            </a:fld>
            <a:endParaRPr lang="de-DE" dirty="0"/>
          </a:p>
        </p:txBody>
      </p:sp>
      <p:sp>
        <p:nvSpPr>
          <p:cNvPr id="4" name="Content Placeholder 3"/>
          <p:cNvSpPr>
            <a:spLocks noGrp="1"/>
          </p:cNvSpPr>
          <p:nvPr>
            <p:ph idx="1"/>
          </p:nvPr>
        </p:nvSpPr>
        <p:spPr>
          <a:xfrm>
            <a:off x="1271464" y="1700808"/>
            <a:ext cx="9945999" cy="4206361"/>
          </a:xfrm>
        </p:spPr>
        <p:txBody>
          <a:bodyPr/>
          <a:lstStyle/>
          <a:p>
            <a:pPr marL="0" lvl="1" indent="0">
              <a:buNone/>
            </a:pPr>
            <a:r>
              <a:rPr lang="en-US" sz="2200" b="1" dirty="0">
                <a:solidFill>
                  <a:srgbClr val="FF0000"/>
                </a:solidFill>
              </a:rPr>
              <a:t>Icon </a:t>
            </a:r>
            <a:r>
              <a:rPr lang="en-US" sz="2200" b="1" dirty="0" smtClean="0">
                <a:solidFill>
                  <a:srgbClr val="FF0000"/>
                </a:solidFill>
              </a:rPr>
              <a:t>overlays</a:t>
            </a:r>
          </a:p>
          <a:p>
            <a:pPr lvl="1"/>
            <a:r>
              <a:rPr lang="en-US" sz="2200" dirty="0" smtClean="0"/>
              <a:t>Normal: the </a:t>
            </a:r>
            <a:r>
              <a:rPr lang="en-US" sz="2200" dirty="0"/>
              <a:t>Subversion status is </a:t>
            </a:r>
            <a:r>
              <a:rPr lang="en-US" sz="2200" i="1" dirty="0"/>
              <a:t>normal</a:t>
            </a:r>
            <a:r>
              <a:rPr lang="en-US" sz="2200" dirty="0" smtClean="0"/>
              <a:t>.</a:t>
            </a:r>
          </a:p>
          <a:p>
            <a:pPr lvl="1"/>
            <a:r>
              <a:rPr lang="en-US" sz="2200" dirty="0" err="1" smtClean="0"/>
              <a:t>Readonly</a:t>
            </a:r>
            <a:r>
              <a:rPr lang="en-US" sz="2200" dirty="0"/>
              <a:t>: </a:t>
            </a:r>
            <a:r>
              <a:rPr lang="en-US" sz="2200" dirty="0" smtClean="0"/>
              <a:t>if </a:t>
            </a:r>
            <a:r>
              <a:rPr lang="en-US" sz="2200" dirty="0"/>
              <a:t>you have set the </a:t>
            </a:r>
            <a:r>
              <a:rPr lang="en-US" sz="2200" dirty="0" smtClean="0"/>
              <a:t>needs-lock </a:t>
            </a:r>
            <a:r>
              <a:rPr lang="en-US" sz="2200" dirty="0"/>
              <a:t>property on a file, Subversion makes that file read-only until you get a lock on that </a:t>
            </a:r>
            <a:r>
              <a:rPr lang="en-US" sz="2200" dirty="0" smtClean="0"/>
              <a:t>file</a:t>
            </a:r>
          </a:p>
          <a:p>
            <a:pPr lvl="1"/>
            <a:r>
              <a:rPr lang="en-US" sz="2200" dirty="0" smtClean="0"/>
              <a:t>Added: </a:t>
            </a:r>
            <a:r>
              <a:rPr lang="en-US" sz="2200" dirty="0"/>
              <a:t>file or folder has been scheduled to </a:t>
            </a:r>
            <a:r>
              <a:rPr lang="en-US" sz="2200" dirty="0" smtClean="0"/>
              <a:t>be </a:t>
            </a:r>
            <a:r>
              <a:rPr lang="en-US" sz="2200" i="1" dirty="0" smtClean="0"/>
              <a:t>added</a:t>
            </a:r>
            <a:r>
              <a:rPr lang="en-US" sz="2200" dirty="0"/>
              <a:t> to version control</a:t>
            </a:r>
            <a:endParaRPr lang="en-US" sz="2200" dirty="0" smtClean="0"/>
          </a:p>
          <a:p>
            <a:pPr lvl="1"/>
            <a:r>
              <a:rPr lang="en-US" sz="2200" dirty="0" smtClean="0"/>
              <a:t>Modified: files </a:t>
            </a:r>
            <a:r>
              <a:rPr lang="en-US" sz="2200" dirty="0"/>
              <a:t>were changed since you last updated your working copy and need to be committed</a:t>
            </a:r>
            <a:r>
              <a:rPr lang="en-US" sz="2200" dirty="0" smtClean="0"/>
              <a:t>.</a:t>
            </a:r>
          </a:p>
          <a:p>
            <a:pPr lvl="1"/>
            <a:r>
              <a:rPr lang="en-US" sz="2200" dirty="0" smtClean="0"/>
              <a:t>Deleted: files </a:t>
            </a:r>
            <a:r>
              <a:rPr lang="en-US" sz="2200" dirty="0"/>
              <a:t>or folders inside the current folder have been scheduled to be </a:t>
            </a:r>
            <a:r>
              <a:rPr lang="en-US" sz="2200" i="1" dirty="0"/>
              <a:t>deleted</a:t>
            </a:r>
            <a:r>
              <a:rPr lang="en-US" sz="2200" dirty="0"/>
              <a:t> from version control or a file under version control is missing in a folder.</a:t>
            </a:r>
          </a:p>
          <a:p>
            <a:pPr lvl="1"/>
            <a:endParaRPr lang="en-US" sz="2200" dirty="0" smtClean="0"/>
          </a:p>
          <a:p>
            <a:pPr lvl="1"/>
            <a:endParaRPr lang="en-US" sz="2400" dirty="0"/>
          </a:p>
          <a:p>
            <a:pPr lvl="1"/>
            <a:endParaRPr lang="en-US" sz="2400" dirty="0"/>
          </a:p>
          <a:p>
            <a:pPr lvl="1"/>
            <a:endParaRPr lang="en-US" sz="2200" dirty="0"/>
          </a:p>
          <a:p>
            <a:pPr lvl="1"/>
            <a:endParaRPr lang="en-US" dirty="0" smtClean="0"/>
          </a:p>
        </p:txBody>
      </p:sp>
    </p:spTree>
    <p:extLst>
      <p:ext uri="{BB962C8B-B14F-4D97-AF65-F5344CB8AC3E}">
        <p14:creationId xmlns:p14="http://schemas.microsoft.com/office/powerpoint/2010/main" val="88330516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0000" y="936000"/>
            <a:ext cx="8520000" cy="443198"/>
          </a:xfrm>
        </p:spPr>
        <p:txBody>
          <a:bodyPr/>
          <a:lstStyle/>
          <a:p>
            <a:r>
              <a:rPr lang="en-US" dirty="0"/>
              <a:t>introduction</a:t>
            </a:r>
          </a:p>
        </p:txBody>
      </p:sp>
      <p:sp>
        <p:nvSpPr>
          <p:cNvPr id="3" name="Slide Number Placeholder 2"/>
          <p:cNvSpPr>
            <a:spLocks noGrp="1"/>
          </p:cNvSpPr>
          <p:nvPr>
            <p:ph type="sldNum" sz="quarter" idx="10"/>
          </p:nvPr>
        </p:nvSpPr>
        <p:spPr/>
        <p:txBody>
          <a:bodyPr/>
          <a:lstStyle/>
          <a:p>
            <a:pPr algn="l"/>
            <a:r>
              <a:rPr lang="de-DE" smtClean="0"/>
              <a:t>Page </a:t>
            </a:r>
            <a:fld id="{3FD030EF-7044-4946-962A-5D7D09BD1B34}" type="slidenum">
              <a:rPr lang="de-DE" smtClean="0"/>
              <a:pPr algn="l"/>
              <a:t>5</a:t>
            </a:fld>
            <a:endParaRPr lang="de-DE" dirty="0"/>
          </a:p>
        </p:txBody>
      </p:sp>
      <p:sp>
        <p:nvSpPr>
          <p:cNvPr id="4" name="Content Placeholder 3"/>
          <p:cNvSpPr>
            <a:spLocks noGrp="1"/>
          </p:cNvSpPr>
          <p:nvPr>
            <p:ph idx="1"/>
          </p:nvPr>
        </p:nvSpPr>
        <p:spPr>
          <a:xfrm>
            <a:off x="1478592" y="1723377"/>
            <a:ext cx="9945999" cy="6795707"/>
          </a:xfrm>
        </p:spPr>
        <p:txBody>
          <a:bodyPr/>
          <a:lstStyle/>
          <a:p>
            <a:pPr marL="0" lvl="1" indent="0">
              <a:buNone/>
            </a:pPr>
            <a:r>
              <a:rPr lang="en-US" sz="2200" b="1" dirty="0">
                <a:solidFill>
                  <a:srgbClr val="FF0000"/>
                </a:solidFill>
              </a:rPr>
              <a:t>Icon </a:t>
            </a:r>
            <a:r>
              <a:rPr lang="en-US" sz="2200" b="1" dirty="0" smtClean="0">
                <a:solidFill>
                  <a:srgbClr val="FF0000"/>
                </a:solidFill>
              </a:rPr>
              <a:t>overlays</a:t>
            </a:r>
          </a:p>
          <a:p>
            <a:pPr lvl="1"/>
            <a:r>
              <a:rPr lang="en-US" sz="2200" dirty="0" smtClean="0"/>
              <a:t>Ignored: </a:t>
            </a:r>
            <a:r>
              <a:rPr lang="en-US" sz="2400" dirty="0" smtClean="0"/>
              <a:t>a </a:t>
            </a:r>
            <a:r>
              <a:rPr lang="en-US" sz="2400" dirty="0"/>
              <a:t>file or folder is </a:t>
            </a:r>
            <a:r>
              <a:rPr lang="en-US" sz="2400" i="1" dirty="0"/>
              <a:t>ignored</a:t>
            </a:r>
            <a:r>
              <a:rPr lang="en-US" sz="2400" dirty="0"/>
              <a:t> for version control purposes. This overlay is optional</a:t>
            </a:r>
            <a:r>
              <a:rPr lang="en-US" sz="2400" dirty="0" smtClean="0"/>
              <a:t>.</a:t>
            </a:r>
            <a:endParaRPr lang="en-US" sz="2200" dirty="0" smtClean="0"/>
          </a:p>
          <a:p>
            <a:pPr lvl="1"/>
            <a:r>
              <a:rPr lang="en-US" sz="2200" dirty="0" smtClean="0"/>
              <a:t>Conflicted: If </a:t>
            </a:r>
            <a:r>
              <a:rPr lang="en-US" sz="2200" dirty="0"/>
              <a:t>during an update a </a:t>
            </a:r>
            <a:r>
              <a:rPr lang="en-US" sz="2200" i="1" dirty="0"/>
              <a:t>conflict</a:t>
            </a:r>
            <a:r>
              <a:rPr lang="en-US" sz="2200" dirty="0"/>
              <a:t> occurs then the icon changes to a yellow exclamation mark</a:t>
            </a:r>
            <a:r>
              <a:rPr lang="en-US" sz="2200" dirty="0" smtClean="0"/>
              <a:t>.</a:t>
            </a:r>
          </a:p>
          <a:p>
            <a:pPr lvl="1"/>
            <a:r>
              <a:rPr lang="en-US" sz="2200" dirty="0" smtClean="0"/>
              <a:t>Lock: </a:t>
            </a:r>
            <a:r>
              <a:rPr lang="en-US" sz="2400" dirty="0" smtClean="0"/>
              <a:t>reminds </a:t>
            </a:r>
            <a:r>
              <a:rPr lang="en-US" sz="2400" dirty="0"/>
              <a:t>you that you should release the lock if you are not using it to allow others to commit their changes to the file.</a:t>
            </a:r>
          </a:p>
          <a:p>
            <a:pPr lvl="1"/>
            <a:r>
              <a:rPr lang="en-US" sz="2200" dirty="0" smtClean="0"/>
              <a:t>Non-version: </a:t>
            </a:r>
            <a:r>
              <a:rPr lang="en-US" sz="2400" dirty="0" smtClean="0"/>
              <a:t>files </a:t>
            </a:r>
            <a:r>
              <a:rPr lang="en-US" sz="2400" dirty="0"/>
              <a:t>and folders which are not under version control, but have not been ignored. This overlay is optional.</a:t>
            </a:r>
          </a:p>
          <a:p>
            <a:pPr lvl="1"/>
            <a:endParaRPr lang="en-US" sz="2200" dirty="0"/>
          </a:p>
          <a:p>
            <a:pPr lvl="1"/>
            <a:endParaRPr lang="en-US" sz="2400" dirty="0"/>
          </a:p>
          <a:p>
            <a:pPr lvl="1"/>
            <a:endParaRPr lang="en-US" sz="2400" dirty="0"/>
          </a:p>
          <a:p>
            <a:pPr lvl="1"/>
            <a:endParaRPr lang="en-US" sz="2200" dirty="0"/>
          </a:p>
          <a:p>
            <a:pPr lvl="1"/>
            <a:endParaRPr lang="en-US" dirty="0" smtClean="0"/>
          </a:p>
        </p:txBody>
      </p:sp>
    </p:spTree>
    <p:extLst>
      <p:ext uri="{BB962C8B-B14F-4D97-AF65-F5344CB8AC3E}">
        <p14:creationId xmlns:p14="http://schemas.microsoft.com/office/powerpoint/2010/main" val="171341743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0000" y="936000"/>
            <a:ext cx="8520000" cy="443198"/>
          </a:xfrm>
        </p:spPr>
        <p:txBody>
          <a:bodyPr/>
          <a:lstStyle/>
          <a:p>
            <a:r>
              <a:rPr lang="en-US" dirty="0"/>
              <a:t>introduction</a:t>
            </a:r>
          </a:p>
        </p:txBody>
      </p:sp>
      <p:sp>
        <p:nvSpPr>
          <p:cNvPr id="3" name="Slide Number Placeholder 2"/>
          <p:cNvSpPr>
            <a:spLocks noGrp="1"/>
          </p:cNvSpPr>
          <p:nvPr>
            <p:ph type="sldNum" sz="quarter" idx="10"/>
          </p:nvPr>
        </p:nvSpPr>
        <p:spPr/>
        <p:txBody>
          <a:bodyPr/>
          <a:lstStyle/>
          <a:p>
            <a:pPr algn="l"/>
            <a:r>
              <a:rPr lang="de-DE" smtClean="0"/>
              <a:t>Page </a:t>
            </a:r>
            <a:fld id="{3FD030EF-7044-4946-962A-5D7D09BD1B34}" type="slidenum">
              <a:rPr lang="de-DE" smtClean="0"/>
              <a:pPr algn="l"/>
              <a:t>6</a:t>
            </a:fld>
            <a:endParaRPr lang="de-DE" dirty="0"/>
          </a:p>
        </p:txBody>
      </p:sp>
      <p:sp>
        <p:nvSpPr>
          <p:cNvPr id="4" name="Content Placeholder 3"/>
          <p:cNvSpPr>
            <a:spLocks noGrp="1"/>
          </p:cNvSpPr>
          <p:nvPr>
            <p:ph idx="1"/>
          </p:nvPr>
        </p:nvSpPr>
        <p:spPr>
          <a:xfrm>
            <a:off x="695400" y="2426138"/>
            <a:ext cx="5232619" cy="2262158"/>
          </a:xfrm>
        </p:spPr>
        <p:txBody>
          <a:bodyPr/>
          <a:lstStyle/>
          <a:p>
            <a:pPr algn="just"/>
            <a:r>
              <a:rPr lang="en-US" sz="2200" b="1" dirty="0" smtClean="0">
                <a:solidFill>
                  <a:srgbClr val="FF0000"/>
                </a:solidFill>
              </a:rPr>
              <a:t> The </a:t>
            </a:r>
            <a:r>
              <a:rPr lang="en-US" sz="2200" b="1" dirty="0">
                <a:solidFill>
                  <a:srgbClr val="FF0000"/>
                </a:solidFill>
              </a:rPr>
              <a:t>Repository </a:t>
            </a:r>
            <a:r>
              <a:rPr lang="en-US" sz="2200" dirty="0" smtClean="0"/>
              <a:t>is </a:t>
            </a:r>
            <a:r>
              <a:rPr lang="en-US" sz="2200" dirty="0"/>
              <a:t>much like an ordinary file server, except that </a:t>
            </a:r>
            <a:r>
              <a:rPr lang="en-US" sz="2200" dirty="0" smtClean="0"/>
              <a:t>it remembers </a:t>
            </a:r>
            <a:r>
              <a:rPr lang="en-US" sz="2200" dirty="0"/>
              <a:t>every change ever made to your files and directories.</a:t>
            </a:r>
          </a:p>
          <a:p>
            <a:pPr lvl="1"/>
            <a:endParaRPr lang="en-US" sz="2200" dirty="0" smtClean="0"/>
          </a:p>
        </p:txBody>
      </p:sp>
    </p:spTree>
    <p:extLst>
      <p:ext uri="{BB962C8B-B14F-4D97-AF65-F5344CB8AC3E}">
        <p14:creationId xmlns:p14="http://schemas.microsoft.com/office/powerpoint/2010/main" val="419525979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0000" y="936000"/>
            <a:ext cx="8520000" cy="443198"/>
          </a:xfrm>
        </p:spPr>
        <p:txBody>
          <a:bodyPr/>
          <a:lstStyle/>
          <a:p>
            <a:r>
              <a:rPr lang="en-US" dirty="0"/>
              <a:t>introduction</a:t>
            </a:r>
          </a:p>
        </p:txBody>
      </p:sp>
      <p:sp>
        <p:nvSpPr>
          <p:cNvPr id="3" name="Slide Number Placeholder 2"/>
          <p:cNvSpPr>
            <a:spLocks noGrp="1"/>
          </p:cNvSpPr>
          <p:nvPr>
            <p:ph type="sldNum" sz="quarter" idx="10"/>
          </p:nvPr>
        </p:nvSpPr>
        <p:spPr/>
        <p:txBody>
          <a:bodyPr/>
          <a:lstStyle/>
          <a:p>
            <a:pPr algn="l"/>
            <a:r>
              <a:rPr lang="de-DE" smtClean="0"/>
              <a:t>Page </a:t>
            </a:r>
            <a:fld id="{3FD030EF-7044-4946-962A-5D7D09BD1B34}" type="slidenum">
              <a:rPr lang="de-DE" smtClean="0"/>
              <a:pPr algn="l"/>
              <a:t>7</a:t>
            </a:fld>
            <a:endParaRPr lang="de-DE" dirty="0"/>
          </a:p>
        </p:txBody>
      </p:sp>
      <p:sp>
        <p:nvSpPr>
          <p:cNvPr id="5" name="Content Placeholder 4"/>
          <p:cNvSpPr>
            <a:spLocks noGrp="1"/>
          </p:cNvSpPr>
          <p:nvPr>
            <p:ph idx="1"/>
          </p:nvPr>
        </p:nvSpPr>
        <p:spPr>
          <a:xfrm>
            <a:off x="767408" y="2348880"/>
            <a:ext cx="4883581" cy="1855893"/>
          </a:xfrm>
        </p:spPr>
        <p:txBody>
          <a:bodyPr/>
          <a:lstStyle/>
          <a:p>
            <a:pPr algn="just"/>
            <a:r>
              <a:rPr lang="en-US" sz="2200" b="1" dirty="0" smtClean="0">
                <a:solidFill>
                  <a:srgbClr val="FF0000"/>
                </a:solidFill>
              </a:rPr>
              <a:t> Working copy </a:t>
            </a:r>
            <a:r>
              <a:rPr lang="en-US" sz="2200" dirty="0" smtClean="0"/>
              <a:t>is an ordinary directory tree on your local system. It’s your own private work area</a:t>
            </a:r>
            <a:endParaRPr lang="en-US" sz="2200" dirty="0"/>
          </a:p>
          <a:p>
            <a:endParaRPr lang="en-US" sz="2200" dirty="0"/>
          </a:p>
        </p:txBody>
      </p:sp>
      <p:pic>
        <p:nvPicPr>
          <p:cNvPr id="6" name="Picture 5"/>
          <p:cNvPicPr>
            <a:picLocks noChangeAspect="1"/>
          </p:cNvPicPr>
          <p:nvPr/>
        </p:nvPicPr>
        <p:blipFill>
          <a:blip r:embed="rId2"/>
          <a:stretch>
            <a:fillRect/>
          </a:stretch>
        </p:blipFill>
        <p:spPr>
          <a:xfrm>
            <a:off x="5951984" y="1379198"/>
            <a:ext cx="5661798" cy="4575657"/>
          </a:xfrm>
          <a:prstGeom prst="rect">
            <a:avLst/>
          </a:prstGeom>
        </p:spPr>
      </p:pic>
    </p:spTree>
    <p:extLst>
      <p:ext uri="{BB962C8B-B14F-4D97-AF65-F5344CB8AC3E}">
        <p14:creationId xmlns:p14="http://schemas.microsoft.com/office/powerpoint/2010/main" val="53209161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0000" y="936000"/>
            <a:ext cx="8520000" cy="443198"/>
          </a:xfrm>
        </p:spPr>
        <p:txBody>
          <a:bodyPr/>
          <a:lstStyle/>
          <a:p>
            <a:r>
              <a:rPr lang="en-US" dirty="0"/>
              <a:t>introduction</a:t>
            </a:r>
          </a:p>
        </p:txBody>
      </p:sp>
      <p:sp>
        <p:nvSpPr>
          <p:cNvPr id="3" name="Slide Number Placeholder 2"/>
          <p:cNvSpPr>
            <a:spLocks noGrp="1"/>
          </p:cNvSpPr>
          <p:nvPr>
            <p:ph type="sldNum" sz="quarter" idx="10"/>
          </p:nvPr>
        </p:nvSpPr>
        <p:spPr/>
        <p:txBody>
          <a:bodyPr/>
          <a:lstStyle/>
          <a:p>
            <a:pPr algn="l"/>
            <a:r>
              <a:rPr lang="de-DE" smtClean="0"/>
              <a:t>Page </a:t>
            </a:r>
            <a:fld id="{3FD030EF-7044-4946-962A-5D7D09BD1B34}" type="slidenum">
              <a:rPr lang="de-DE" smtClean="0"/>
              <a:pPr algn="l"/>
              <a:t>8</a:t>
            </a:fld>
            <a:endParaRPr lang="de-DE" dirty="0"/>
          </a:p>
        </p:txBody>
      </p:sp>
      <p:sp>
        <p:nvSpPr>
          <p:cNvPr id="4" name="Content Placeholder 3"/>
          <p:cNvSpPr>
            <a:spLocks noGrp="1"/>
          </p:cNvSpPr>
          <p:nvPr>
            <p:ph idx="1"/>
          </p:nvPr>
        </p:nvSpPr>
        <p:spPr>
          <a:xfrm>
            <a:off x="2010146" y="2204864"/>
            <a:ext cx="2399709" cy="406265"/>
          </a:xfrm>
        </p:spPr>
        <p:txBody>
          <a:bodyPr/>
          <a:lstStyle/>
          <a:p>
            <a:pPr lvl="1"/>
            <a:r>
              <a:rPr lang="en-US" sz="2200" b="1" dirty="0" smtClean="0">
                <a:solidFill>
                  <a:srgbClr val="FF0000"/>
                </a:solidFill>
              </a:rPr>
              <a:t> Context menu</a:t>
            </a:r>
            <a:endParaRPr lang="en-US" sz="2200" b="1" dirty="0">
              <a:solidFill>
                <a:srgbClr val="FF0000"/>
              </a:solidFill>
            </a:endParaRPr>
          </a:p>
        </p:txBody>
      </p:sp>
      <p:pic>
        <p:nvPicPr>
          <p:cNvPr id="5" name="Picture 4"/>
          <p:cNvPicPr>
            <a:picLocks noChangeAspect="1"/>
          </p:cNvPicPr>
          <p:nvPr/>
        </p:nvPicPr>
        <p:blipFill>
          <a:blip r:embed="rId2"/>
          <a:stretch>
            <a:fillRect/>
          </a:stretch>
        </p:blipFill>
        <p:spPr>
          <a:xfrm>
            <a:off x="5340000" y="1346045"/>
            <a:ext cx="3335928" cy="4702016"/>
          </a:xfrm>
          <a:prstGeom prst="rect">
            <a:avLst/>
          </a:prstGeom>
        </p:spPr>
      </p:pic>
    </p:spTree>
    <p:extLst>
      <p:ext uri="{BB962C8B-B14F-4D97-AF65-F5344CB8AC3E}">
        <p14:creationId xmlns:p14="http://schemas.microsoft.com/office/powerpoint/2010/main" val="30506259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algn="l"/>
            <a:r>
              <a:rPr lang="de-DE" smtClean="0"/>
              <a:t>Page </a:t>
            </a:r>
            <a:fld id="{3FD030EF-7044-4946-962A-5D7D09BD1B34}" type="slidenum">
              <a:rPr lang="de-DE" smtClean="0"/>
              <a:pPr algn="l"/>
              <a:t>9</a:t>
            </a:fld>
            <a:endParaRPr lang="de-DE" dirty="0"/>
          </a:p>
        </p:txBody>
      </p:sp>
      <p:sp>
        <p:nvSpPr>
          <p:cNvPr id="5" name="Title 1"/>
          <p:cNvSpPr>
            <a:spLocks noGrp="1"/>
          </p:cNvSpPr>
          <p:nvPr>
            <p:ph type="title"/>
          </p:nvPr>
        </p:nvSpPr>
        <p:spPr>
          <a:xfrm>
            <a:off x="1080000" y="936000"/>
            <a:ext cx="8520000" cy="443198"/>
          </a:xfrm>
        </p:spPr>
        <p:txBody>
          <a:bodyPr/>
          <a:lstStyle/>
          <a:p>
            <a:r>
              <a:rPr lang="en-US" dirty="0"/>
              <a:t>introduction</a:t>
            </a:r>
          </a:p>
        </p:txBody>
      </p:sp>
      <p:sp>
        <p:nvSpPr>
          <p:cNvPr id="6" name="Content Placeholder 3"/>
          <p:cNvSpPr>
            <a:spLocks noGrp="1"/>
          </p:cNvSpPr>
          <p:nvPr>
            <p:ph idx="1"/>
          </p:nvPr>
        </p:nvSpPr>
        <p:spPr>
          <a:xfrm>
            <a:off x="1847528" y="1988840"/>
            <a:ext cx="2399709" cy="469552"/>
          </a:xfrm>
        </p:spPr>
        <p:txBody>
          <a:bodyPr/>
          <a:lstStyle/>
          <a:p>
            <a:pPr lvl="1"/>
            <a:r>
              <a:rPr lang="en-US" sz="2800" b="1" dirty="0" smtClean="0">
                <a:solidFill>
                  <a:srgbClr val="FF0000"/>
                </a:solidFill>
              </a:rPr>
              <a:t>Branch</a:t>
            </a:r>
            <a:endParaRPr lang="en-US" sz="2800" b="1" dirty="0">
              <a:solidFill>
                <a:srgbClr val="FF0000"/>
              </a:solidFill>
            </a:endParaRPr>
          </a:p>
        </p:txBody>
      </p:sp>
      <p:sp>
        <p:nvSpPr>
          <p:cNvPr id="9" name="Content Placeholder 2"/>
          <p:cNvSpPr txBox="1">
            <a:spLocks/>
          </p:cNvSpPr>
          <p:nvPr/>
        </p:nvSpPr>
        <p:spPr>
          <a:xfrm>
            <a:off x="2207568" y="2780928"/>
            <a:ext cx="8194002" cy="1791260"/>
          </a:xfrm>
          <a:prstGeom prst="rect">
            <a:avLst/>
          </a:prstGeom>
          <a:ln>
            <a:noFill/>
          </a:ln>
        </p:spPr>
        <p:txBody>
          <a:bodyPr vert="horz" wrap="square" lIns="0" tIns="0" rIns="0" bIns="0" rtlCol="0">
            <a:spAutoFit/>
          </a:bodyPr>
          <a:lstStyle>
            <a:lvl1pPr marL="177800" indent="-177800" algn="l" defTabSz="914400" rtl="0" eaLnBrk="1" latinLnBrk="0" hangingPunct="1">
              <a:lnSpc>
                <a:spcPct val="120000"/>
              </a:lnSpc>
              <a:spcBef>
                <a:spcPts val="0"/>
              </a:spcBef>
              <a:spcAft>
                <a:spcPts val="1800"/>
              </a:spcAft>
              <a:buClr>
                <a:schemeClr val="tx2"/>
              </a:buClr>
              <a:buFont typeface="Wingdings" panose="05000000000000000000" pitchFamily="2" charset="2"/>
              <a:buChar char="§"/>
              <a:tabLst>
                <a:tab pos="7177088" algn="r"/>
              </a:tabLst>
              <a:defRPr kumimoji="1" sz="1600" kern="1200">
                <a:solidFill>
                  <a:schemeClr val="tx1"/>
                </a:solidFill>
                <a:latin typeface="+mn-lt"/>
                <a:ea typeface="+mn-ea"/>
                <a:cs typeface="+mn-cs"/>
              </a:defRPr>
            </a:lvl1pPr>
            <a:lvl2pPr marL="177800" indent="-177800" algn="l" defTabSz="914400" rtl="0" eaLnBrk="1" latinLnBrk="0" hangingPunct="1">
              <a:lnSpc>
                <a:spcPct val="120000"/>
              </a:lnSpc>
              <a:spcBef>
                <a:spcPts val="0"/>
              </a:spcBef>
              <a:spcAft>
                <a:spcPts val="800"/>
              </a:spcAft>
              <a:buClr>
                <a:schemeClr val="tx2"/>
              </a:buClr>
              <a:buFont typeface="Wingdings" panose="05000000000000000000" pitchFamily="2" charset="2"/>
              <a:buChar char="§"/>
              <a:defRPr kumimoji="1" sz="1600" kern="1200">
                <a:solidFill>
                  <a:schemeClr val="tx1"/>
                </a:solidFill>
                <a:latin typeface="+mn-lt"/>
                <a:ea typeface="+mn-ea"/>
                <a:cs typeface="+mn-cs"/>
              </a:defRPr>
            </a:lvl2pPr>
            <a:lvl3pPr marL="355600" indent="-177800" algn="l" defTabSz="914400" rtl="0" eaLnBrk="1" latinLnBrk="0" hangingPunct="1">
              <a:lnSpc>
                <a:spcPct val="120000"/>
              </a:lnSpc>
              <a:spcBef>
                <a:spcPts val="0"/>
              </a:spcBef>
              <a:spcAft>
                <a:spcPts val="800"/>
              </a:spcAft>
              <a:buClr>
                <a:schemeClr val="tx2"/>
              </a:buClr>
              <a:buFont typeface="Wingdings" panose="05000000000000000000" pitchFamily="2" charset="2"/>
              <a:buChar char="§"/>
              <a:defRPr kumimoji="1" sz="1600" kern="1200">
                <a:solidFill>
                  <a:schemeClr val="tx1"/>
                </a:solidFill>
                <a:latin typeface="+mn-lt"/>
                <a:ea typeface="+mn-ea"/>
                <a:cs typeface="+mn-cs"/>
              </a:defRPr>
            </a:lvl3pPr>
            <a:lvl4pPr marL="539750" indent="-184150" algn="l" defTabSz="914400" rtl="0" eaLnBrk="1" latinLnBrk="0" hangingPunct="1">
              <a:lnSpc>
                <a:spcPct val="120000"/>
              </a:lnSpc>
              <a:spcBef>
                <a:spcPts val="0"/>
              </a:spcBef>
              <a:spcAft>
                <a:spcPts val="800"/>
              </a:spcAft>
              <a:buFont typeface="Symbol" panose="05050102010706020507" pitchFamily="18" charset="2"/>
              <a:buChar char="-"/>
              <a:defRPr kumimoji="1" sz="1600" kern="1200">
                <a:solidFill>
                  <a:schemeClr val="tx1"/>
                </a:solidFill>
                <a:latin typeface="+mn-lt"/>
                <a:ea typeface="+mn-ea"/>
                <a:cs typeface="+mn-cs"/>
              </a:defRPr>
            </a:lvl4pPr>
            <a:lvl5pPr marL="719138" indent="-179388" algn="l" defTabSz="914400" rtl="0" eaLnBrk="1" latinLnBrk="0" hangingPunct="1">
              <a:lnSpc>
                <a:spcPct val="120000"/>
              </a:lnSpc>
              <a:spcBef>
                <a:spcPts val="0"/>
              </a:spcBef>
              <a:spcAft>
                <a:spcPts val="800"/>
              </a:spcAft>
              <a:buFont typeface="Symbol" panose="05050102010706020507" pitchFamily="18" charset="2"/>
              <a:buChar char="-"/>
              <a:defRPr kumimoji="1" sz="16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9pPr>
          </a:lstStyle>
          <a:p>
            <a:pPr>
              <a:buFont typeface="Wingdings" panose="05000000000000000000" pitchFamily="2" charset="2"/>
              <a:buChar char="Ø"/>
            </a:pPr>
            <a:r>
              <a:rPr lang="en-US" sz="1800" dirty="0" smtClean="0"/>
              <a:t>Branch is a copy of code derived from a certain point in the trunk.</a:t>
            </a:r>
          </a:p>
          <a:p>
            <a:pPr>
              <a:buFont typeface="Wingdings" panose="05000000000000000000" pitchFamily="2" charset="2"/>
              <a:buChar char="Ø"/>
            </a:pPr>
            <a:r>
              <a:rPr lang="en-US" sz="1800" dirty="0" smtClean="0"/>
              <a:t>Branch is used for making changes to the code without affecting the code in the trunk.</a:t>
            </a:r>
          </a:p>
          <a:p>
            <a:pPr>
              <a:buFont typeface="Wingdings" panose="05000000000000000000" pitchFamily="2" charset="2"/>
              <a:buChar char="Ø"/>
            </a:pPr>
            <a:endParaRPr lang="en-US" sz="1800" dirty="0"/>
          </a:p>
        </p:txBody>
      </p:sp>
    </p:spTree>
    <p:extLst>
      <p:ext uri="{BB962C8B-B14F-4D97-AF65-F5344CB8AC3E}">
        <p14:creationId xmlns:p14="http://schemas.microsoft.com/office/powerpoint/2010/main" val="275184088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algn="l"/>
            <a:r>
              <a:rPr lang="de-DE" smtClean="0"/>
              <a:t>Page </a:t>
            </a:r>
            <a:fld id="{3FD030EF-7044-4946-962A-5D7D09BD1B34}" type="slidenum">
              <a:rPr lang="de-DE" smtClean="0"/>
              <a:pPr algn="l"/>
              <a:t>10</a:t>
            </a:fld>
            <a:endParaRPr lang="de-DE" dirty="0"/>
          </a:p>
        </p:txBody>
      </p:sp>
      <p:sp>
        <p:nvSpPr>
          <p:cNvPr id="5" name="Title 1"/>
          <p:cNvSpPr>
            <a:spLocks noGrp="1"/>
          </p:cNvSpPr>
          <p:nvPr>
            <p:ph type="title"/>
          </p:nvPr>
        </p:nvSpPr>
        <p:spPr>
          <a:xfrm>
            <a:off x="1080000" y="936000"/>
            <a:ext cx="8520000" cy="443198"/>
          </a:xfrm>
        </p:spPr>
        <p:txBody>
          <a:bodyPr/>
          <a:lstStyle/>
          <a:p>
            <a:r>
              <a:rPr lang="en-US" dirty="0"/>
              <a:t>introduction</a:t>
            </a:r>
          </a:p>
        </p:txBody>
      </p:sp>
      <p:sp>
        <p:nvSpPr>
          <p:cNvPr id="6" name="Content Placeholder 3"/>
          <p:cNvSpPr>
            <a:spLocks noGrp="1"/>
          </p:cNvSpPr>
          <p:nvPr>
            <p:ph idx="1"/>
          </p:nvPr>
        </p:nvSpPr>
        <p:spPr>
          <a:xfrm>
            <a:off x="1847528" y="1988840"/>
            <a:ext cx="2399709" cy="469552"/>
          </a:xfrm>
        </p:spPr>
        <p:txBody>
          <a:bodyPr/>
          <a:lstStyle/>
          <a:p>
            <a:pPr lvl="1"/>
            <a:r>
              <a:rPr lang="en-US" sz="2800" b="1" dirty="0" smtClean="0">
                <a:solidFill>
                  <a:srgbClr val="FF0000"/>
                </a:solidFill>
              </a:rPr>
              <a:t>Tag</a:t>
            </a:r>
            <a:endParaRPr lang="en-US" sz="2800" b="1" dirty="0">
              <a:solidFill>
                <a:srgbClr val="FF0000"/>
              </a:solidFill>
            </a:endParaRPr>
          </a:p>
        </p:txBody>
      </p:sp>
      <p:sp>
        <p:nvSpPr>
          <p:cNvPr id="7" name="Content Placeholder 2"/>
          <p:cNvSpPr txBox="1">
            <a:spLocks/>
          </p:cNvSpPr>
          <p:nvPr/>
        </p:nvSpPr>
        <p:spPr>
          <a:xfrm>
            <a:off x="2207568" y="2924944"/>
            <a:ext cx="9082658" cy="895630"/>
          </a:xfrm>
          <a:prstGeom prst="rect">
            <a:avLst/>
          </a:prstGeom>
          <a:ln>
            <a:noFill/>
          </a:ln>
        </p:spPr>
        <p:txBody>
          <a:bodyPr vert="horz" wrap="square" lIns="0" tIns="0" rIns="0" bIns="0" rtlCol="0">
            <a:spAutoFit/>
          </a:bodyPr>
          <a:lstStyle>
            <a:lvl1pPr marL="177800" indent="-177800" algn="l" defTabSz="914400" rtl="0" eaLnBrk="1" latinLnBrk="0" hangingPunct="1">
              <a:lnSpc>
                <a:spcPct val="120000"/>
              </a:lnSpc>
              <a:spcBef>
                <a:spcPts val="0"/>
              </a:spcBef>
              <a:spcAft>
                <a:spcPts val="1800"/>
              </a:spcAft>
              <a:buClr>
                <a:schemeClr val="tx2"/>
              </a:buClr>
              <a:buFont typeface="Wingdings" panose="05000000000000000000" pitchFamily="2" charset="2"/>
              <a:buChar char="§"/>
              <a:tabLst>
                <a:tab pos="7177088" algn="r"/>
              </a:tabLst>
              <a:defRPr kumimoji="1" sz="1600" kern="1200">
                <a:solidFill>
                  <a:schemeClr val="tx1"/>
                </a:solidFill>
                <a:latin typeface="+mn-lt"/>
                <a:ea typeface="+mn-ea"/>
                <a:cs typeface="+mn-cs"/>
              </a:defRPr>
            </a:lvl1pPr>
            <a:lvl2pPr marL="177800" indent="-177800" algn="l" defTabSz="914400" rtl="0" eaLnBrk="1" latinLnBrk="0" hangingPunct="1">
              <a:lnSpc>
                <a:spcPct val="120000"/>
              </a:lnSpc>
              <a:spcBef>
                <a:spcPts val="0"/>
              </a:spcBef>
              <a:spcAft>
                <a:spcPts val="800"/>
              </a:spcAft>
              <a:buClr>
                <a:schemeClr val="tx2"/>
              </a:buClr>
              <a:buFont typeface="Wingdings" panose="05000000000000000000" pitchFamily="2" charset="2"/>
              <a:buChar char="§"/>
              <a:defRPr kumimoji="1" sz="1600" kern="1200">
                <a:solidFill>
                  <a:schemeClr val="tx1"/>
                </a:solidFill>
                <a:latin typeface="+mn-lt"/>
                <a:ea typeface="+mn-ea"/>
                <a:cs typeface="+mn-cs"/>
              </a:defRPr>
            </a:lvl2pPr>
            <a:lvl3pPr marL="355600" indent="-177800" algn="l" defTabSz="914400" rtl="0" eaLnBrk="1" latinLnBrk="0" hangingPunct="1">
              <a:lnSpc>
                <a:spcPct val="120000"/>
              </a:lnSpc>
              <a:spcBef>
                <a:spcPts val="0"/>
              </a:spcBef>
              <a:spcAft>
                <a:spcPts val="800"/>
              </a:spcAft>
              <a:buClr>
                <a:schemeClr val="tx2"/>
              </a:buClr>
              <a:buFont typeface="Wingdings" panose="05000000000000000000" pitchFamily="2" charset="2"/>
              <a:buChar char="§"/>
              <a:defRPr kumimoji="1" sz="1600" kern="1200">
                <a:solidFill>
                  <a:schemeClr val="tx1"/>
                </a:solidFill>
                <a:latin typeface="+mn-lt"/>
                <a:ea typeface="+mn-ea"/>
                <a:cs typeface="+mn-cs"/>
              </a:defRPr>
            </a:lvl3pPr>
            <a:lvl4pPr marL="539750" indent="-184150" algn="l" defTabSz="914400" rtl="0" eaLnBrk="1" latinLnBrk="0" hangingPunct="1">
              <a:lnSpc>
                <a:spcPct val="120000"/>
              </a:lnSpc>
              <a:spcBef>
                <a:spcPts val="0"/>
              </a:spcBef>
              <a:spcAft>
                <a:spcPts val="800"/>
              </a:spcAft>
              <a:buFont typeface="Symbol" panose="05050102010706020507" pitchFamily="18" charset="2"/>
              <a:buChar char="-"/>
              <a:defRPr kumimoji="1" sz="1600" kern="1200">
                <a:solidFill>
                  <a:schemeClr val="tx1"/>
                </a:solidFill>
                <a:latin typeface="+mn-lt"/>
                <a:ea typeface="+mn-ea"/>
                <a:cs typeface="+mn-cs"/>
              </a:defRPr>
            </a:lvl4pPr>
            <a:lvl5pPr marL="719138" indent="-179388" algn="l" defTabSz="914400" rtl="0" eaLnBrk="1" latinLnBrk="0" hangingPunct="1">
              <a:lnSpc>
                <a:spcPct val="120000"/>
              </a:lnSpc>
              <a:spcBef>
                <a:spcPts val="0"/>
              </a:spcBef>
              <a:spcAft>
                <a:spcPts val="800"/>
              </a:spcAft>
              <a:buFont typeface="Symbol" panose="05050102010706020507" pitchFamily="18" charset="2"/>
              <a:buChar char="-"/>
              <a:defRPr kumimoji="1" sz="16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9pPr>
          </a:lstStyle>
          <a:p>
            <a:pPr>
              <a:buFont typeface="Wingdings" panose="05000000000000000000" pitchFamily="2" charset="2"/>
              <a:buChar char="Ø"/>
            </a:pPr>
            <a:r>
              <a:rPr lang="en-US" sz="1800" dirty="0" smtClean="0"/>
              <a:t>Tag is a point on the trunk or branch that you wish to preserve.</a:t>
            </a:r>
          </a:p>
          <a:p>
            <a:pPr>
              <a:buFont typeface="Wingdings" panose="05000000000000000000" pitchFamily="2" charset="2"/>
              <a:buChar char="Ø"/>
            </a:pPr>
            <a:r>
              <a:rPr lang="en-US" sz="1800" dirty="0" smtClean="0"/>
              <a:t>A tag will be created if this is a stable point of the software.</a:t>
            </a:r>
            <a:endParaRPr lang="en-US" sz="1800" dirty="0"/>
          </a:p>
        </p:txBody>
      </p:sp>
    </p:spTree>
    <p:extLst>
      <p:ext uri="{BB962C8B-B14F-4D97-AF65-F5344CB8AC3E}">
        <p14:creationId xmlns:p14="http://schemas.microsoft.com/office/powerpoint/2010/main" val="143302239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cap="all" dirty="0"/>
              <a:t>Agenda</a:t>
            </a:r>
            <a:endParaRPr lang="en-US" dirty="0"/>
          </a:p>
        </p:txBody>
      </p:sp>
      <p:sp>
        <p:nvSpPr>
          <p:cNvPr id="3" name="Foliennummernplatzhalter 2"/>
          <p:cNvSpPr>
            <a:spLocks noGrp="1"/>
          </p:cNvSpPr>
          <p:nvPr>
            <p:ph type="sldNum" sz="quarter" idx="10"/>
          </p:nvPr>
        </p:nvSpPr>
        <p:spPr/>
        <p:txBody>
          <a:bodyPr/>
          <a:lstStyle/>
          <a:p>
            <a:pPr algn="l"/>
            <a:r>
              <a:rPr lang="de-DE"/>
              <a:t>Page </a:t>
            </a:r>
            <a:fld id="{3FD030EF-7044-4946-962A-5D7D09BD1B34}" type="slidenum">
              <a:rPr lang="de-DE" smtClean="0"/>
              <a:pPr algn="l"/>
              <a:t>11</a:t>
            </a:fld>
            <a:endParaRPr lang="de-DE" dirty="0"/>
          </a:p>
        </p:txBody>
      </p:sp>
      <p:sp>
        <p:nvSpPr>
          <p:cNvPr id="4" name="Inhaltsplatzhalter 3"/>
          <p:cNvSpPr>
            <a:spLocks noGrp="1"/>
          </p:cNvSpPr>
          <p:nvPr>
            <p:ph idx="1"/>
          </p:nvPr>
        </p:nvSpPr>
        <p:spPr>
          <a:xfrm>
            <a:off x="1260000" y="2276872"/>
            <a:ext cx="9000000" cy="1932837"/>
          </a:xfrm>
        </p:spPr>
        <p:txBody>
          <a:bodyPr/>
          <a:lstStyle/>
          <a:p>
            <a:pPr lvl="1"/>
            <a:r>
              <a:rPr lang="de-DE" sz="2200" dirty="0" smtClean="0"/>
              <a:t>Introduction</a:t>
            </a:r>
          </a:p>
          <a:p>
            <a:pPr lvl="1"/>
            <a:r>
              <a:rPr lang="de-DE" sz="2200" dirty="0" smtClean="0">
                <a:solidFill>
                  <a:srgbClr val="FF0000"/>
                </a:solidFill>
              </a:rPr>
              <a:t>User guideline</a:t>
            </a:r>
          </a:p>
          <a:p>
            <a:pPr lvl="1" algn="just"/>
            <a:r>
              <a:rPr lang="en-US" sz="2200" dirty="0" smtClean="0"/>
              <a:t>Abnormal cases</a:t>
            </a:r>
          </a:p>
          <a:p>
            <a:pPr marL="0" lvl="1" indent="0">
              <a:buNone/>
            </a:pPr>
            <a:endParaRPr lang="en-US" sz="2200" dirty="0"/>
          </a:p>
        </p:txBody>
      </p:sp>
    </p:spTree>
    <p:extLst>
      <p:ext uri="{BB962C8B-B14F-4D97-AF65-F5344CB8AC3E}">
        <p14:creationId xmlns:p14="http://schemas.microsoft.com/office/powerpoint/2010/main" val="39434697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0000" y="936000"/>
            <a:ext cx="8520000" cy="443198"/>
          </a:xfrm>
        </p:spPr>
        <p:txBody>
          <a:bodyPr/>
          <a:lstStyle/>
          <a:p>
            <a:r>
              <a:rPr lang="en-US" dirty="0"/>
              <a:t>USER </a:t>
            </a:r>
            <a:r>
              <a:rPr lang="en-US" dirty="0" smtClean="0"/>
              <a:t>GUIDANCE</a:t>
            </a:r>
            <a:endParaRPr lang="en-US" dirty="0"/>
          </a:p>
        </p:txBody>
      </p:sp>
      <p:sp>
        <p:nvSpPr>
          <p:cNvPr id="3" name="Slide Number Placeholder 2"/>
          <p:cNvSpPr>
            <a:spLocks noGrp="1"/>
          </p:cNvSpPr>
          <p:nvPr>
            <p:ph type="sldNum" sz="quarter" idx="10"/>
          </p:nvPr>
        </p:nvSpPr>
        <p:spPr/>
        <p:txBody>
          <a:bodyPr/>
          <a:lstStyle/>
          <a:p>
            <a:pPr algn="l"/>
            <a:r>
              <a:rPr lang="de-DE" smtClean="0"/>
              <a:t>Page </a:t>
            </a:r>
            <a:fld id="{3FD030EF-7044-4946-962A-5D7D09BD1B34}" type="slidenum">
              <a:rPr lang="de-DE" smtClean="0"/>
              <a:pPr algn="l"/>
              <a:t>12</a:t>
            </a:fld>
            <a:endParaRPr lang="de-DE" dirty="0"/>
          </a:p>
        </p:txBody>
      </p:sp>
      <p:sp>
        <p:nvSpPr>
          <p:cNvPr id="5" name="Content Placeholder 4"/>
          <p:cNvSpPr>
            <a:spLocks noGrp="1"/>
          </p:cNvSpPr>
          <p:nvPr>
            <p:ph idx="1"/>
          </p:nvPr>
        </p:nvSpPr>
        <p:spPr>
          <a:xfrm>
            <a:off x="695400" y="1660134"/>
            <a:ext cx="10873208" cy="3323987"/>
          </a:xfrm>
        </p:spPr>
        <p:txBody>
          <a:bodyPr/>
          <a:lstStyle/>
          <a:p>
            <a:pPr marL="0" indent="0">
              <a:buNone/>
            </a:pPr>
            <a:r>
              <a:rPr lang="en-US" dirty="0" smtClean="0"/>
              <a:t> </a:t>
            </a:r>
            <a:r>
              <a:rPr lang="en-US" sz="2200" b="1" dirty="0" smtClean="0">
                <a:solidFill>
                  <a:srgbClr val="FF0000"/>
                </a:solidFill>
              </a:rPr>
              <a:t>Import into Repo</a:t>
            </a:r>
          </a:p>
          <a:p>
            <a:pPr marL="0" indent="0">
              <a:buNone/>
            </a:pPr>
            <a:r>
              <a:rPr lang="en-US" sz="2400" dirty="0"/>
              <a:t>At the first time, there is no document or source code in repository. In order to manage these source files by SVN, you must import them onto the repository</a:t>
            </a:r>
            <a:endParaRPr lang="en-US" sz="2200" b="1" dirty="0" smtClean="0">
              <a:solidFill>
                <a:srgbClr val="FF0000"/>
              </a:solidFill>
            </a:endParaRPr>
          </a:p>
          <a:p>
            <a:pPr marL="0" indent="0">
              <a:buNone/>
            </a:pPr>
            <a:r>
              <a:rPr lang="en-US" sz="2200" dirty="0" smtClean="0"/>
              <a:t>Pre-condition: non-version</a:t>
            </a:r>
            <a:endParaRPr lang="en-US" sz="2200" dirty="0"/>
          </a:p>
          <a:p>
            <a:pPr marL="0" indent="0">
              <a:buNone/>
            </a:pPr>
            <a:r>
              <a:rPr lang="en-US" sz="2200" dirty="0" smtClean="0"/>
              <a:t>Post-condition: </a:t>
            </a:r>
            <a:endParaRPr lang="en-US" sz="2200" dirty="0"/>
          </a:p>
          <a:p>
            <a:pPr marL="0" indent="0">
              <a:buNone/>
            </a:pPr>
            <a:endParaRPr lang="en-US" dirty="0" smtClean="0">
              <a:solidFill>
                <a:schemeClr val="tx2"/>
              </a:solidFill>
            </a:endParaRPr>
          </a:p>
        </p:txBody>
      </p:sp>
    </p:spTree>
    <p:extLst>
      <p:ext uri="{BB962C8B-B14F-4D97-AF65-F5344CB8AC3E}">
        <p14:creationId xmlns:p14="http://schemas.microsoft.com/office/powerpoint/2010/main" val="290559148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0000" y="936000"/>
            <a:ext cx="8520000" cy="443198"/>
          </a:xfrm>
        </p:spPr>
        <p:txBody>
          <a:bodyPr/>
          <a:lstStyle/>
          <a:p>
            <a:r>
              <a:rPr lang="en-US" dirty="0"/>
              <a:t>USER </a:t>
            </a:r>
            <a:r>
              <a:rPr lang="en-US" dirty="0" smtClean="0"/>
              <a:t>GUIDANCE</a:t>
            </a:r>
            <a:endParaRPr lang="en-US" dirty="0"/>
          </a:p>
        </p:txBody>
      </p:sp>
      <p:sp>
        <p:nvSpPr>
          <p:cNvPr id="3" name="Slide Number Placeholder 2"/>
          <p:cNvSpPr>
            <a:spLocks noGrp="1"/>
          </p:cNvSpPr>
          <p:nvPr>
            <p:ph type="sldNum" sz="quarter" idx="10"/>
          </p:nvPr>
        </p:nvSpPr>
        <p:spPr/>
        <p:txBody>
          <a:bodyPr/>
          <a:lstStyle/>
          <a:p>
            <a:pPr algn="l"/>
            <a:r>
              <a:rPr lang="de-DE" smtClean="0"/>
              <a:t>Page </a:t>
            </a:r>
            <a:fld id="{3FD030EF-7044-4946-962A-5D7D09BD1B34}" type="slidenum">
              <a:rPr lang="de-DE" smtClean="0"/>
              <a:pPr algn="l"/>
              <a:t>13</a:t>
            </a:fld>
            <a:endParaRPr lang="de-DE" dirty="0"/>
          </a:p>
        </p:txBody>
      </p:sp>
      <p:sp>
        <p:nvSpPr>
          <p:cNvPr id="5" name="Content Placeholder 4"/>
          <p:cNvSpPr>
            <a:spLocks noGrp="1"/>
          </p:cNvSpPr>
          <p:nvPr>
            <p:ph idx="1"/>
          </p:nvPr>
        </p:nvSpPr>
        <p:spPr>
          <a:xfrm>
            <a:off x="695400" y="1660134"/>
            <a:ext cx="10873208" cy="3370153"/>
          </a:xfrm>
        </p:spPr>
        <p:txBody>
          <a:bodyPr/>
          <a:lstStyle/>
          <a:p>
            <a:pPr marL="0" indent="0">
              <a:buNone/>
            </a:pPr>
            <a:r>
              <a:rPr lang="en-US" dirty="0" smtClean="0"/>
              <a:t> </a:t>
            </a:r>
            <a:r>
              <a:rPr lang="en-US" sz="2200" b="1" dirty="0" smtClean="0">
                <a:solidFill>
                  <a:srgbClr val="FF0000"/>
                </a:solidFill>
              </a:rPr>
              <a:t>Import into Repo</a:t>
            </a:r>
          </a:p>
          <a:p>
            <a:pPr>
              <a:buFont typeface="Wingdings" panose="05000000000000000000" pitchFamily="2" charset="2"/>
              <a:buChar char="Ø"/>
            </a:pPr>
            <a:r>
              <a:rPr lang="en-US" sz="2200" dirty="0" smtClean="0"/>
              <a:t>Right </a:t>
            </a:r>
            <a:r>
              <a:rPr lang="en-US" sz="2200" dirty="0"/>
              <a:t>click on the import folder.</a:t>
            </a:r>
          </a:p>
          <a:p>
            <a:pPr>
              <a:buFont typeface="Wingdings" panose="05000000000000000000" pitchFamily="2" charset="2"/>
              <a:buChar char="Ø"/>
            </a:pPr>
            <a:r>
              <a:rPr lang="en-US" sz="2200" dirty="0"/>
              <a:t>Choose </a:t>
            </a:r>
            <a:r>
              <a:rPr lang="en-US" sz="2200" dirty="0" err="1" smtClean="0"/>
              <a:t>TortoiseSVN</a:t>
            </a:r>
            <a:r>
              <a:rPr lang="en-US" sz="2200" dirty="0" smtClean="0"/>
              <a:t> </a:t>
            </a:r>
            <a:r>
              <a:rPr lang="en-US" sz="2200" dirty="0" smtClean="0">
                <a:sym typeface="Wingdings" panose="05000000000000000000" pitchFamily="2" charset="2"/>
              </a:rPr>
              <a:t> Import</a:t>
            </a:r>
            <a:r>
              <a:rPr lang="en-US" sz="2200" dirty="0">
                <a:sym typeface="Wingdings" panose="05000000000000000000" pitchFamily="2" charset="2"/>
              </a:rPr>
              <a:t>.</a:t>
            </a:r>
          </a:p>
          <a:p>
            <a:pPr>
              <a:buFont typeface="Wingdings" panose="05000000000000000000" pitchFamily="2" charset="2"/>
              <a:buChar char="Ø"/>
            </a:pPr>
            <a:r>
              <a:rPr lang="en-US" sz="2200" dirty="0"/>
              <a:t>Fill out the address of your source and message.</a:t>
            </a:r>
          </a:p>
          <a:p>
            <a:pPr marL="0" indent="0">
              <a:buNone/>
            </a:pPr>
            <a:endParaRPr lang="en-US" dirty="0"/>
          </a:p>
          <a:p>
            <a:pPr marL="0" indent="0">
              <a:buNone/>
            </a:pPr>
            <a:endParaRPr lang="en-US" dirty="0" smtClean="0">
              <a:solidFill>
                <a:schemeClr val="tx2"/>
              </a:solidFill>
            </a:endParaRPr>
          </a:p>
        </p:txBody>
      </p:sp>
    </p:spTree>
    <p:extLst>
      <p:ext uri="{BB962C8B-B14F-4D97-AF65-F5344CB8AC3E}">
        <p14:creationId xmlns:p14="http://schemas.microsoft.com/office/powerpoint/2010/main" val="420915150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0000" y="936000"/>
            <a:ext cx="8520000" cy="443198"/>
          </a:xfrm>
        </p:spPr>
        <p:txBody>
          <a:bodyPr/>
          <a:lstStyle/>
          <a:p>
            <a:r>
              <a:rPr lang="en-US" dirty="0"/>
              <a:t>USER </a:t>
            </a:r>
            <a:r>
              <a:rPr lang="en-US" dirty="0" smtClean="0"/>
              <a:t>GUIDANCE</a:t>
            </a:r>
            <a:endParaRPr lang="en-US" dirty="0"/>
          </a:p>
        </p:txBody>
      </p:sp>
      <p:sp>
        <p:nvSpPr>
          <p:cNvPr id="3" name="Slide Number Placeholder 2"/>
          <p:cNvSpPr>
            <a:spLocks noGrp="1"/>
          </p:cNvSpPr>
          <p:nvPr>
            <p:ph type="sldNum" sz="quarter" idx="10"/>
          </p:nvPr>
        </p:nvSpPr>
        <p:spPr/>
        <p:txBody>
          <a:bodyPr/>
          <a:lstStyle/>
          <a:p>
            <a:pPr algn="l"/>
            <a:r>
              <a:rPr lang="de-DE" smtClean="0"/>
              <a:t>Page </a:t>
            </a:r>
            <a:fld id="{3FD030EF-7044-4946-962A-5D7D09BD1B34}" type="slidenum">
              <a:rPr lang="de-DE" smtClean="0"/>
              <a:pPr algn="l"/>
              <a:t>14</a:t>
            </a:fld>
            <a:endParaRPr lang="de-DE" dirty="0"/>
          </a:p>
        </p:txBody>
      </p:sp>
      <p:sp>
        <p:nvSpPr>
          <p:cNvPr id="5" name="Content Placeholder 4"/>
          <p:cNvSpPr>
            <a:spLocks noGrp="1"/>
          </p:cNvSpPr>
          <p:nvPr>
            <p:ph idx="1"/>
          </p:nvPr>
        </p:nvSpPr>
        <p:spPr>
          <a:xfrm>
            <a:off x="695400" y="1660134"/>
            <a:ext cx="10873208" cy="1458861"/>
          </a:xfrm>
        </p:spPr>
        <p:txBody>
          <a:bodyPr/>
          <a:lstStyle/>
          <a:p>
            <a:pPr marL="0" indent="0">
              <a:buNone/>
            </a:pPr>
            <a:r>
              <a:rPr lang="en-US" dirty="0" smtClean="0"/>
              <a:t> </a:t>
            </a:r>
            <a:r>
              <a:rPr lang="en-US" sz="2200" b="1" dirty="0" smtClean="0">
                <a:solidFill>
                  <a:srgbClr val="FF0000"/>
                </a:solidFill>
              </a:rPr>
              <a:t>Import into Repo</a:t>
            </a:r>
          </a:p>
          <a:p>
            <a:pPr marL="0" indent="0">
              <a:buNone/>
            </a:pPr>
            <a:endParaRPr lang="en-US" dirty="0"/>
          </a:p>
          <a:p>
            <a:pPr marL="0" indent="0">
              <a:buNone/>
            </a:pPr>
            <a:endParaRPr lang="en-US" dirty="0" smtClean="0">
              <a:solidFill>
                <a:schemeClr val="tx2"/>
              </a:solidFill>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95771" y="2204864"/>
            <a:ext cx="5472608" cy="4026103"/>
          </a:xfrm>
          <a:prstGeom prst="rect">
            <a:avLst/>
          </a:prstGeom>
        </p:spPr>
      </p:pic>
    </p:spTree>
    <p:extLst>
      <p:ext uri="{BB962C8B-B14F-4D97-AF65-F5344CB8AC3E}">
        <p14:creationId xmlns:p14="http://schemas.microsoft.com/office/powerpoint/2010/main" val="366356703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algn="l"/>
            <a:r>
              <a:rPr lang="de-DE" smtClean="0"/>
              <a:t>Page </a:t>
            </a:r>
            <a:fld id="{3FD030EF-7044-4946-962A-5D7D09BD1B34}" type="slidenum">
              <a:rPr lang="de-DE" smtClean="0"/>
              <a:pPr algn="l"/>
              <a:t>15</a:t>
            </a:fld>
            <a:endParaRPr lang="de-DE" dirty="0"/>
          </a:p>
        </p:txBody>
      </p:sp>
      <p:sp>
        <p:nvSpPr>
          <p:cNvPr id="7" name="Title 1"/>
          <p:cNvSpPr>
            <a:spLocks noGrp="1"/>
          </p:cNvSpPr>
          <p:nvPr>
            <p:ph type="title"/>
          </p:nvPr>
        </p:nvSpPr>
        <p:spPr>
          <a:xfrm>
            <a:off x="1080000" y="764704"/>
            <a:ext cx="8520000" cy="614494"/>
          </a:xfrm>
        </p:spPr>
        <p:txBody>
          <a:bodyPr/>
          <a:lstStyle/>
          <a:p>
            <a:r>
              <a:rPr lang="en-US" dirty="0"/>
              <a:t>USER </a:t>
            </a:r>
            <a:r>
              <a:rPr lang="en-US" dirty="0" smtClean="0"/>
              <a:t>GUIDANCE</a:t>
            </a:r>
            <a:endParaRPr lang="en-US" dirty="0"/>
          </a:p>
        </p:txBody>
      </p:sp>
      <p:sp>
        <p:nvSpPr>
          <p:cNvPr id="8" name="Content Placeholder 7"/>
          <p:cNvSpPr>
            <a:spLocks noGrp="1"/>
          </p:cNvSpPr>
          <p:nvPr>
            <p:ph idx="1"/>
          </p:nvPr>
        </p:nvSpPr>
        <p:spPr>
          <a:xfrm>
            <a:off x="1080000" y="1916832"/>
            <a:ext cx="10344592" cy="5041380"/>
          </a:xfrm>
        </p:spPr>
        <p:txBody>
          <a:bodyPr/>
          <a:lstStyle/>
          <a:p>
            <a:pPr marL="0" indent="0">
              <a:buNone/>
            </a:pPr>
            <a:r>
              <a:rPr lang="en-US" sz="2200" b="1" dirty="0" smtClean="0">
                <a:solidFill>
                  <a:srgbClr val="FF0000"/>
                </a:solidFill>
              </a:rPr>
              <a:t>Checkout SVN</a:t>
            </a:r>
          </a:p>
          <a:p>
            <a:pPr marL="0" indent="0">
              <a:buNone/>
            </a:pPr>
            <a:r>
              <a:rPr lang="en-US" sz="2200" dirty="0"/>
              <a:t>You can not directly edit your source files on the repository. If you want to work with your source files, you must create your working directory and checkout source files from the repository to your working directory</a:t>
            </a:r>
            <a:r>
              <a:rPr lang="en-US" sz="2200" dirty="0" smtClean="0"/>
              <a:t>.</a:t>
            </a:r>
          </a:p>
          <a:p>
            <a:pPr marL="0" indent="0">
              <a:buNone/>
            </a:pPr>
            <a:r>
              <a:rPr lang="en-US" sz="2200" dirty="0"/>
              <a:t>Pre-condition</a:t>
            </a:r>
            <a:r>
              <a:rPr lang="en-US" sz="2200" dirty="0" smtClean="0"/>
              <a:t>: non-version</a:t>
            </a:r>
            <a:endParaRPr lang="en-US" sz="2200" dirty="0"/>
          </a:p>
          <a:p>
            <a:pPr marL="0" indent="0">
              <a:buNone/>
            </a:pPr>
            <a:r>
              <a:rPr lang="en-US" sz="2200" dirty="0"/>
              <a:t>Post-condition: </a:t>
            </a:r>
          </a:p>
          <a:p>
            <a:pPr marL="0" indent="0">
              <a:buNone/>
            </a:pPr>
            <a:endParaRPr lang="en-US" sz="2200" dirty="0"/>
          </a:p>
          <a:p>
            <a:pPr marL="0" indent="0">
              <a:buNone/>
            </a:pPr>
            <a:endParaRPr lang="en-US" sz="2200" b="1" dirty="0" smtClean="0">
              <a:solidFill>
                <a:srgbClr val="FF0000"/>
              </a:solidFill>
            </a:endParaRPr>
          </a:p>
          <a:p>
            <a:endParaRPr lang="en-US" sz="2200" dirty="0"/>
          </a:p>
        </p:txBody>
      </p:sp>
    </p:spTree>
    <p:extLst>
      <p:ext uri="{BB962C8B-B14F-4D97-AF65-F5344CB8AC3E}">
        <p14:creationId xmlns:p14="http://schemas.microsoft.com/office/powerpoint/2010/main" val="293201948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algn="l"/>
            <a:r>
              <a:rPr lang="de-DE" smtClean="0"/>
              <a:t>Page </a:t>
            </a:r>
            <a:fld id="{3FD030EF-7044-4946-962A-5D7D09BD1B34}" type="slidenum">
              <a:rPr lang="de-DE" smtClean="0"/>
              <a:pPr algn="l"/>
              <a:t>16</a:t>
            </a:fld>
            <a:endParaRPr lang="de-DE" dirty="0"/>
          </a:p>
        </p:txBody>
      </p:sp>
      <p:sp>
        <p:nvSpPr>
          <p:cNvPr id="7" name="Title 1"/>
          <p:cNvSpPr>
            <a:spLocks noGrp="1"/>
          </p:cNvSpPr>
          <p:nvPr>
            <p:ph type="title"/>
          </p:nvPr>
        </p:nvSpPr>
        <p:spPr>
          <a:xfrm>
            <a:off x="1080000" y="764704"/>
            <a:ext cx="8520000" cy="614494"/>
          </a:xfrm>
        </p:spPr>
        <p:txBody>
          <a:bodyPr/>
          <a:lstStyle/>
          <a:p>
            <a:r>
              <a:rPr lang="en-US" dirty="0"/>
              <a:t>USER </a:t>
            </a:r>
            <a:r>
              <a:rPr lang="en-US" dirty="0" smtClean="0"/>
              <a:t>GUIDANCE</a:t>
            </a:r>
            <a:endParaRPr lang="en-US" dirty="0"/>
          </a:p>
        </p:txBody>
      </p:sp>
      <p:sp>
        <p:nvSpPr>
          <p:cNvPr id="8" name="Content Placeholder 7"/>
          <p:cNvSpPr>
            <a:spLocks noGrp="1"/>
          </p:cNvSpPr>
          <p:nvPr>
            <p:ph idx="1"/>
          </p:nvPr>
        </p:nvSpPr>
        <p:spPr>
          <a:xfrm>
            <a:off x="1487488" y="1684139"/>
            <a:ext cx="10216511" cy="4524315"/>
          </a:xfrm>
        </p:spPr>
        <p:txBody>
          <a:bodyPr/>
          <a:lstStyle/>
          <a:p>
            <a:pPr marL="0" indent="0">
              <a:buNone/>
            </a:pPr>
            <a:r>
              <a:rPr lang="en-US" sz="2200" b="1" dirty="0" smtClean="0">
                <a:solidFill>
                  <a:srgbClr val="FF0000"/>
                </a:solidFill>
              </a:rPr>
              <a:t>Checkout SVN</a:t>
            </a:r>
          </a:p>
          <a:p>
            <a:pPr>
              <a:buFont typeface="Wingdings" panose="05000000000000000000" pitchFamily="2" charset="2"/>
              <a:buChar char="Ø"/>
            </a:pPr>
            <a:r>
              <a:rPr lang="en-US" sz="2200" dirty="0" smtClean="0"/>
              <a:t>Right click </a:t>
            </a:r>
            <a:r>
              <a:rPr lang="en-US" sz="2200" dirty="0">
                <a:sym typeface="Wingdings" panose="05000000000000000000" pitchFamily="2" charset="2"/>
              </a:rPr>
              <a:t></a:t>
            </a:r>
            <a:r>
              <a:rPr lang="en-US" sz="2200" dirty="0" smtClean="0"/>
              <a:t> SVN </a:t>
            </a:r>
            <a:r>
              <a:rPr lang="en-US" sz="2200" dirty="0"/>
              <a:t>Checkout</a:t>
            </a:r>
            <a:r>
              <a:rPr lang="en-US" sz="2200" dirty="0" smtClean="0"/>
              <a:t>.</a:t>
            </a:r>
          </a:p>
          <a:p>
            <a:pPr>
              <a:buFont typeface="Wingdings" panose="05000000000000000000" pitchFamily="2" charset="2"/>
              <a:buChar char="Ø"/>
            </a:pPr>
            <a:r>
              <a:rPr lang="en-US" sz="2200" dirty="0"/>
              <a:t>Specifies URL of repository, checkout </a:t>
            </a:r>
            <a:r>
              <a:rPr lang="en-US" sz="2200" dirty="0" smtClean="0"/>
              <a:t>directory.</a:t>
            </a:r>
          </a:p>
          <a:p>
            <a:pPr>
              <a:buFont typeface="Wingdings" panose="05000000000000000000" pitchFamily="2" charset="2"/>
              <a:buChar char="Ø"/>
            </a:pPr>
            <a:r>
              <a:rPr lang="en-US" sz="2200" dirty="0"/>
              <a:t>Optional: Specifies “Checkout Depth</a:t>
            </a:r>
            <a:r>
              <a:rPr lang="en-US" sz="2200" dirty="0" smtClean="0"/>
              <a:t>”. </a:t>
            </a:r>
            <a:r>
              <a:rPr lang="en-US" sz="2200" dirty="0"/>
              <a:t>Default is “Fully recursive</a:t>
            </a:r>
            <a:r>
              <a:rPr lang="en-US" sz="2200" dirty="0" smtClean="0"/>
              <a:t>”. </a:t>
            </a:r>
          </a:p>
          <a:p>
            <a:pPr>
              <a:buFont typeface="Wingdings" panose="05000000000000000000" pitchFamily="2" charset="2"/>
              <a:buChar char="Ø"/>
            </a:pPr>
            <a:r>
              <a:rPr lang="en-US" sz="2200" dirty="0" smtClean="0"/>
              <a:t>Optional: “Revision” and “HEAD revision”. Default </a:t>
            </a:r>
            <a:r>
              <a:rPr lang="en-US" sz="2200" dirty="0"/>
              <a:t>is “HEAD revision</a:t>
            </a:r>
            <a:r>
              <a:rPr lang="en-US" sz="2200" dirty="0" smtClean="0"/>
              <a:t>”.</a:t>
            </a:r>
          </a:p>
          <a:p>
            <a:pPr>
              <a:buFont typeface="Wingdings" panose="05000000000000000000" pitchFamily="2" charset="2"/>
              <a:buChar char="Ø"/>
            </a:pPr>
            <a:r>
              <a:rPr lang="en-US" sz="2200" dirty="0"/>
              <a:t>A message box </a:t>
            </a:r>
            <a:r>
              <a:rPr lang="en-US" sz="2200" dirty="0" smtClean="0"/>
              <a:t>appears </a:t>
            </a:r>
            <a:r>
              <a:rPr lang="en-US" sz="2200" dirty="0"/>
              <a:t>to help you determine that the revision which you are checking out is correct or not</a:t>
            </a:r>
            <a:r>
              <a:rPr lang="en-US" sz="2200" dirty="0" smtClean="0"/>
              <a:t>.</a:t>
            </a:r>
            <a:endParaRPr lang="en-US" sz="2200" b="1" dirty="0">
              <a:solidFill>
                <a:srgbClr val="FF0000"/>
              </a:solidFill>
            </a:endParaRPr>
          </a:p>
          <a:p>
            <a:endParaRPr lang="en-US" dirty="0"/>
          </a:p>
        </p:txBody>
      </p:sp>
    </p:spTree>
    <p:extLst>
      <p:ext uri="{BB962C8B-B14F-4D97-AF65-F5344CB8AC3E}">
        <p14:creationId xmlns:p14="http://schemas.microsoft.com/office/powerpoint/2010/main" val="258868278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algn="l"/>
            <a:r>
              <a:rPr lang="de-DE" smtClean="0"/>
              <a:t>Page </a:t>
            </a:r>
            <a:fld id="{3FD030EF-7044-4946-962A-5D7D09BD1B34}" type="slidenum">
              <a:rPr lang="de-DE" smtClean="0"/>
              <a:pPr algn="l"/>
              <a:t>17</a:t>
            </a:fld>
            <a:endParaRPr lang="de-DE" dirty="0"/>
          </a:p>
        </p:txBody>
      </p:sp>
      <p:sp>
        <p:nvSpPr>
          <p:cNvPr id="7" name="Title 1"/>
          <p:cNvSpPr>
            <a:spLocks noGrp="1"/>
          </p:cNvSpPr>
          <p:nvPr>
            <p:ph type="title"/>
          </p:nvPr>
        </p:nvSpPr>
        <p:spPr>
          <a:xfrm>
            <a:off x="1080000" y="764704"/>
            <a:ext cx="8520000" cy="614494"/>
          </a:xfrm>
        </p:spPr>
        <p:txBody>
          <a:bodyPr/>
          <a:lstStyle/>
          <a:p>
            <a:r>
              <a:rPr lang="en-US" dirty="0"/>
              <a:t>USER </a:t>
            </a:r>
            <a:r>
              <a:rPr lang="en-US" dirty="0" smtClean="0"/>
              <a:t>GUIDANCE</a:t>
            </a:r>
            <a:endParaRPr lang="en-US" dirty="0"/>
          </a:p>
        </p:txBody>
      </p:sp>
      <p:sp>
        <p:nvSpPr>
          <p:cNvPr id="8" name="Content Placeholder 7"/>
          <p:cNvSpPr>
            <a:spLocks noGrp="1"/>
          </p:cNvSpPr>
          <p:nvPr>
            <p:ph idx="1"/>
          </p:nvPr>
        </p:nvSpPr>
        <p:spPr>
          <a:xfrm>
            <a:off x="1487488" y="1806574"/>
            <a:ext cx="10216511" cy="932563"/>
          </a:xfrm>
        </p:spPr>
        <p:txBody>
          <a:bodyPr/>
          <a:lstStyle/>
          <a:p>
            <a:pPr marL="0" indent="0">
              <a:buNone/>
            </a:pPr>
            <a:r>
              <a:rPr lang="en-US" sz="2200" b="1" dirty="0" smtClean="0">
                <a:solidFill>
                  <a:srgbClr val="FF0000"/>
                </a:solidFill>
              </a:rPr>
              <a:t>Checkout SVN</a:t>
            </a:r>
          </a:p>
          <a:p>
            <a:endParaRPr lang="en-US"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09744" y="2060848"/>
            <a:ext cx="5066576" cy="4021700"/>
          </a:xfrm>
          <a:prstGeom prst="rect">
            <a:avLst/>
          </a:prstGeom>
        </p:spPr>
      </p:pic>
    </p:spTree>
    <p:extLst>
      <p:ext uri="{BB962C8B-B14F-4D97-AF65-F5344CB8AC3E}">
        <p14:creationId xmlns:p14="http://schemas.microsoft.com/office/powerpoint/2010/main" val="10371686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algn="l"/>
            <a:r>
              <a:rPr lang="de-DE" smtClean="0"/>
              <a:t>Page </a:t>
            </a:r>
            <a:fld id="{3FD030EF-7044-4946-962A-5D7D09BD1B34}" type="slidenum">
              <a:rPr lang="de-DE" smtClean="0"/>
              <a:pPr algn="l"/>
              <a:t>18</a:t>
            </a:fld>
            <a:endParaRPr lang="de-DE" dirty="0"/>
          </a:p>
        </p:txBody>
      </p:sp>
      <p:sp>
        <p:nvSpPr>
          <p:cNvPr id="7" name="Title 1"/>
          <p:cNvSpPr>
            <a:spLocks noGrp="1"/>
          </p:cNvSpPr>
          <p:nvPr>
            <p:ph type="title"/>
          </p:nvPr>
        </p:nvSpPr>
        <p:spPr>
          <a:xfrm>
            <a:off x="1080000" y="764704"/>
            <a:ext cx="8520000" cy="614494"/>
          </a:xfrm>
        </p:spPr>
        <p:txBody>
          <a:bodyPr/>
          <a:lstStyle/>
          <a:p>
            <a:r>
              <a:rPr lang="en-US" dirty="0"/>
              <a:t>USER </a:t>
            </a:r>
            <a:r>
              <a:rPr lang="en-US" dirty="0" smtClean="0"/>
              <a:t>GUIDANCE</a:t>
            </a:r>
            <a:endParaRPr lang="en-US" dirty="0"/>
          </a:p>
        </p:txBody>
      </p:sp>
      <p:sp>
        <p:nvSpPr>
          <p:cNvPr id="8" name="Content Placeholder 7"/>
          <p:cNvSpPr>
            <a:spLocks noGrp="1"/>
          </p:cNvSpPr>
          <p:nvPr>
            <p:ph idx="1"/>
          </p:nvPr>
        </p:nvSpPr>
        <p:spPr>
          <a:xfrm>
            <a:off x="1323819" y="1614479"/>
            <a:ext cx="10216511" cy="4118050"/>
          </a:xfrm>
        </p:spPr>
        <p:txBody>
          <a:bodyPr/>
          <a:lstStyle/>
          <a:p>
            <a:pPr marL="0" indent="0">
              <a:buNone/>
            </a:pPr>
            <a:r>
              <a:rPr lang="en-US" sz="2200" b="1" dirty="0" smtClean="0">
                <a:solidFill>
                  <a:srgbClr val="FF0000"/>
                </a:solidFill>
              </a:rPr>
              <a:t>Show log</a:t>
            </a:r>
          </a:p>
          <a:p>
            <a:pPr marL="0" indent="0">
              <a:buNone/>
            </a:pPr>
            <a:r>
              <a:rPr lang="en-US" sz="2200" dirty="0" smtClean="0"/>
              <a:t>Choose “Show log” see logs (history) of file/folder.</a:t>
            </a:r>
          </a:p>
          <a:p>
            <a:pPr marL="0" indent="0">
              <a:buNone/>
            </a:pPr>
            <a:r>
              <a:rPr lang="en-US" sz="2200" dirty="0"/>
              <a:t>Pre-condition</a:t>
            </a:r>
            <a:r>
              <a:rPr lang="en-US" sz="2200" dirty="0" smtClean="0"/>
              <a:t>: </a:t>
            </a:r>
            <a:r>
              <a:rPr lang="en-US" sz="2200" dirty="0" smtClean="0"/>
              <a:t>normal/deleted/modified/locked</a:t>
            </a:r>
            <a:endParaRPr lang="en-US" sz="2200" dirty="0"/>
          </a:p>
          <a:p>
            <a:pPr marL="0" indent="0">
              <a:buNone/>
            </a:pPr>
            <a:r>
              <a:rPr lang="en-US" sz="2200" dirty="0"/>
              <a:t>Post-condition: </a:t>
            </a:r>
            <a:r>
              <a:rPr lang="en-US" sz="2200" dirty="0" smtClean="0"/>
              <a:t>normal/deleted/modified/locked</a:t>
            </a:r>
            <a:endParaRPr lang="en-US" sz="2200" dirty="0" smtClean="0"/>
          </a:p>
          <a:p>
            <a:pPr>
              <a:buFont typeface="Wingdings" panose="05000000000000000000" pitchFamily="2" charset="2"/>
              <a:buChar char="Ø"/>
            </a:pPr>
            <a:r>
              <a:rPr lang="en-US" sz="2200" dirty="0"/>
              <a:t>Right click on the import folder.</a:t>
            </a:r>
          </a:p>
          <a:p>
            <a:pPr>
              <a:buFont typeface="Wingdings" panose="05000000000000000000" pitchFamily="2" charset="2"/>
              <a:buChar char="Ø"/>
            </a:pPr>
            <a:r>
              <a:rPr lang="en-US" sz="2200" dirty="0"/>
              <a:t>Choose </a:t>
            </a:r>
            <a:r>
              <a:rPr lang="en-US" sz="2200" dirty="0" err="1"/>
              <a:t>TortoiseSVN</a:t>
            </a:r>
            <a:r>
              <a:rPr lang="en-US" sz="2200" dirty="0"/>
              <a:t> </a:t>
            </a:r>
            <a:r>
              <a:rPr lang="en-US" sz="2200" dirty="0">
                <a:sym typeface="Wingdings" panose="05000000000000000000" pitchFamily="2" charset="2"/>
              </a:rPr>
              <a:t> </a:t>
            </a:r>
            <a:r>
              <a:rPr lang="en-US" sz="2200" dirty="0" smtClean="0">
                <a:sym typeface="Wingdings" panose="05000000000000000000" pitchFamily="2" charset="2"/>
              </a:rPr>
              <a:t>Show log</a:t>
            </a:r>
            <a:endParaRPr lang="en-US" sz="2200" dirty="0" smtClean="0"/>
          </a:p>
          <a:p>
            <a:endParaRPr lang="en-US" dirty="0"/>
          </a:p>
        </p:txBody>
      </p:sp>
    </p:spTree>
    <p:extLst>
      <p:ext uri="{BB962C8B-B14F-4D97-AF65-F5344CB8AC3E}">
        <p14:creationId xmlns:p14="http://schemas.microsoft.com/office/powerpoint/2010/main" val="74437753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algn="l"/>
            <a:r>
              <a:rPr lang="de-DE" smtClean="0"/>
              <a:t>Page </a:t>
            </a:r>
            <a:fld id="{3FD030EF-7044-4946-962A-5D7D09BD1B34}" type="slidenum">
              <a:rPr lang="de-DE" smtClean="0"/>
              <a:pPr algn="l"/>
              <a:t>19</a:t>
            </a:fld>
            <a:endParaRPr lang="de-DE" dirty="0"/>
          </a:p>
        </p:txBody>
      </p:sp>
      <p:sp>
        <p:nvSpPr>
          <p:cNvPr id="7" name="Title 1"/>
          <p:cNvSpPr>
            <a:spLocks noGrp="1"/>
          </p:cNvSpPr>
          <p:nvPr>
            <p:ph type="title"/>
          </p:nvPr>
        </p:nvSpPr>
        <p:spPr>
          <a:xfrm>
            <a:off x="1080000" y="764704"/>
            <a:ext cx="8520000" cy="614494"/>
          </a:xfrm>
        </p:spPr>
        <p:txBody>
          <a:bodyPr/>
          <a:lstStyle/>
          <a:p>
            <a:r>
              <a:rPr lang="en-US" dirty="0"/>
              <a:t>USER </a:t>
            </a:r>
            <a:r>
              <a:rPr lang="en-US" dirty="0" smtClean="0"/>
              <a:t>GUIDANCE</a:t>
            </a:r>
            <a:endParaRPr lang="en-US" dirty="0"/>
          </a:p>
        </p:txBody>
      </p:sp>
      <p:sp>
        <p:nvSpPr>
          <p:cNvPr id="8" name="Content Placeholder 7"/>
          <p:cNvSpPr>
            <a:spLocks noGrp="1"/>
          </p:cNvSpPr>
          <p:nvPr>
            <p:ph idx="1"/>
          </p:nvPr>
        </p:nvSpPr>
        <p:spPr>
          <a:xfrm>
            <a:off x="1487488" y="1684139"/>
            <a:ext cx="10216511" cy="932563"/>
          </a:xfrm>
        </p:spPr>
        <p:txBody>
          <a:bodyPr/>
          <a:lstStyle/>
          <a:p>
            <a:pPr marL="0" indent="0">
              <a:buNone/>
            </a:pPr>
            <a:r>
              <a:rPr lang="en-US" sz="2200" b="1" dirty="0" smtClean="0">
                <a:solidFill>
                  <a:srgbClr val="FF0000"/>
                </a:solidFill>
              </a:rPr>
              <a:t>Show log</a:t>
            </a:r>
          </a:p>
          <a:p>
            <a:endParaRPr lang="en-US"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47728" y="1684139"/>
            <a:ext cx="6182588" cy="4544059"/>
          </a:xfrm>
          <a:prstGeom prst="rect">
            <a:avLst/>
          </a:prstGeom>
        </p:spPr>
      </p:pic>
    </p:spTree>
    <p:extLst>
      <p:ext uri="{BB962C8B-B14F-4D97-AF65-F5344CB8AC3E}">
        <p14:creationId xmlns:p14="http://schemas.microsoft.com/office/powerpoint/2010/main" val="424071052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algn="l"/>
            <a:r>
              <a:rPr lang="de-DE" smtClean="0"/>
              <a:t>Page </a:t>
            </a:r>
            <a:fld id="{3FD030EF-7044-4946-962A-5D7D09BD1B34}" type="slidenum">
              <a:rPr lang="de-DE" smtClean="0"/>
              <a:pPr algn="l"/>
              <a:t>20</a:t>
            </a:fld>
            <a:endParaRPr lang="de-DE" dirty="0"/>
          </a:p>
        </p:txBody>
      </p:sp>
      <p:sp>
        <p:nvSpPr>
          <p:cNvPr id="7" name="Title 1"/>
          <p:cNvSpPr>
            <a:spLocks noGrp="1"/>
          </p:cNvSpPr>
          <p:nvPr>
            <p:ph type="title"/>
          </p:nvPr>
        </p:nvSpPr>
        <p:spPr>
          <a:xfrm>
            <a:off x="1080000" y="764704"/>
            <a:ext cx="8520000" cy="614494"/>
          </a:xfrm>
        </p:spPr>
        <p:txBody>
          <a:bodyPr/>
          <a:lstStyle/>
          <a:p>
            <a:r>
              <a:rPr lang="en-US" dirty="0"/>
              <a:t>USER </a:t>
            </a:r>
            <a:r>
              <a:rPr lang="en-US" dirty="0" smtClean="0"/>
              <a:t>GUIDANCE</a:t>
            </a:r>
            <a:endParaRPr lang="en-US" dirty="0"/>
          </a:p>
        </p:txBody>
      </p:sp>
      <p:sp>
        <p:nvSpPr>
          <p:cNvPr id="8" name="Content Placeholder 7"/>
          <p:cNvSpPr>
            <a:spLocks noGrp="1"/>
          </p:cNvSpPr>
          <p:nvPr>
            <p:ph idx="1"/>
          </p:nvPr>
        </p:nvSpPr>
        <p:spPr>
          <a:xfrm>
            <a:off x="1487488" y="1684139"/>
            <a:ext cx="10216511" cy="5161413"/>
          </a:xfrm>
        </p:spPr>
        <p:txBody>
          <a:bodyPr/>
          <a:lstStyle/>
          <a:p>
            <a:pPr marL="0" indent="0">
              <a:buNone/>
            </a:pPr>
            <a:r>
              <a:rPr lang="en-US" sz="2200" b="1" dirty="0" smtClean="0">
                <a:solidFill>
                  <a:srgbClr val="FF0000"/>
                </a:solidFill>
              </a:rPr>
              <a:t>Repo-browser</a:t>
            </a:r>
          </a:p>
          <a:p>
            <a:pPr marL="0" indent="0">
              <a:buNone/>
            </a:pPr>
            <a:r>
              <a:rPr lang="en-US" sz="2200" dirty="0" smtClean="0"/>
              <a:t>Sometimes you need to work directly on the </a:t>
            </a:r>
            <a:r>
              <a:rPr lang="en-US" sz="2200" dirty="0" err="1" smtClean="0"/>
              <a:t>respository</a:t>
            </a:r>
            <a:r>
              <a:rPr lang="en-US" sz="2200" dirty="0" smtClean="0"/>
              <a:t> without having a working copy.</a:t>
            </a:r>
          </a:p>
          <a:p>
            <a:pPr marL="0" indent="0">
              <a:buNone/>
            </a:pPr>
            <a:r>
              <a:rPr lang="en-US" sz="2200" dirty="0"/>
              <a:t>Pre-condition</a:t>
            </a:r>
            <a:r>
              <a:rPr lang="en-US" sz="2200" dirty="0" smtClean="0"/>
              <a:t>: all states</a:t>
            </a:r>
            <a:endParaRPr lang="en-US" sz="2200" dirty="0"/>
          </a:p>
          <a:p>
            <a:pPr marL="0" indent="0">
              <a:buNone/>
            </a:pPr>
            <a:r>
              <a:rPr lang="en-US" sz="2200" dirty="0"/>
              <a:t>Post-condition: </a:t>
            </a:r>
            <a:endParaRPr lang="en-US" sz="2200" dirty="0" smtClean="0">
              <a:solidFill>
                <a:srgbClr val="FF0000"/>
              </a:solidFill>
            </a:endParaRPr>
          </a:p>
          <a:p>
            <a:pPr>
              <a:buFont typeface="Wingdings" panose="05000000000000000000" pitchFamily="2" charset="2"/>
              <a:buChar char="Ø"/>
            </a:pPr>
            <a:r>
              <a:rPr lang="en-US" sz="2200" dirty="0" smtClean="0"/>
              <a:t>Right </a:t>
            </a:r>
            <a:r>
              <a:rPr lang="en-US" sz="2200" dirty="0"/>
              <a:t>click on the import folder.</a:t>
            </a:r>
          </a:p>
          <a:p>
            <a:pPr>
              <a:buFont typeface="Wingdings" panose="05000000000000000000" pitchFamily="2" charset="2"/>
              <a:buChar char="Ø"/>
            </a:pPr>
            <a:r>
              <a:rPr lang="en-US" sz="2200" dirty="0"/>
              <a:t>Choose </a:t>
            </a:r>
            <a:r>
              <a:rPr lang="en-US" sz="2200" dirty="0" err="1"/>
              <a:t>TortoiseSVN</a:t>
            </a:r>
            <a:r>
              <a:rPr lang="en-US" sz="2200" dirty="0"/>
              <a:t> </a:t>
            </a:r>
            <a:r>
              <a:rPr lang="en-US" sz="2200" dirty="0">
                <a:sym typeface="Wingdings" panose="05000000000000000000" pitchFamily="2" charset="2"/>
              </a:rPr>
              <a:t> </a:t>
            </a:r>
            <a:r>
              <a:rPr lang="en-US" sz="2200" dirty="0" smtClean="0">
                <a:sym typeface="Wingdings" panose="05000000000000000000" pitchFamily="2" charset="2"/>
              </a:rPr>
              <a:t>Repo-browser</a:t>
            </a:r>
            <a:endParaRPr lang="en-US" sz="2200" dirty="0"/>
          </a:p>
          <a:p>
            <a:pPr marL="0" indent="0">
              <a:buNone/>
            </a:pPr>
            <a:endParaRPr lang="en-US" sz="2200" b="1" dirty="0" smtClean="0">
              <a:solidFill>
                <a:srgbClr val="FF0000"/>
              </a:solidFill>
            </a:endParaRPr>
          </a:p>
          <a:p>
            <a:pPr marL="0" indent="0">
              <a:buNone/>
            </a:pPr>
            <a:endParaRPr lang="en-US" dirty="0"/>
          </a:p>
        </p:txBody>
      </p:sp>
    </p:spTree>
    <p:extLst>
      <p:ext uri="{BB962C8B-B14F-4D97-AF65-F5344CB8AC3E}">
        <p14:creationId xmlns:p14="http://schemas.microsoft.com/office/powerpoint/2010/main" val="133923885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algn="l"/>
            <a:r>
              <a:rPr lang="de-DE" smtClean="0"/>
              <a:t>Page </a:t>
            </a:r>
            <a:fld id="{3FD030EF-7044-4946-962A-5D7D09BD1B34}" type="slidenum">
              <a:rPr lang="de-DE" smtClean="0"/>
              <a:pPr algn="l"/>
              <a:t>21</a:t>
            </a:fld>
            <a:endParaRPr lang="de-DE" dirty="0"/>
          </a:p>
        </p:txBody>
      </p:sp>
      <p:sp>
        <p:nvSpPr>
          <p:cNvPr id="7" name="Title 1"/>
          <p:cNvSpPr>
            <a:spLocks noGrp="1"/>
          </p:cNvSpPr>
          <p:nvPr>
            <p:ph type="title"/>
          </p:nvPr>
        </p:nvSpPr>
        <p:spPr>
          <a:xfrm>
            <a:off x="1080000" y="764704"/>
            <a:ext cx="8520000" cy="614494"/>
          </a:xfrm>
        </p:spPr>
        <p:txBody>
          <a:bodyPr/>
          <a:lstStyle/>
          <a:p>
            <a:r>
              <a:rPr lang="en-US" dirty="0"/>
              <a:t>USER </a:t>
            </a:r>
            <a:r>
              <a:rPr lang="en-US" dirty="0" smtClean="0"/>
              <a:t>GUIDANCE</a:t>
            </a:r>
            <a:endParaRPr lang="en-US" dirty="0"/>
          </a:p>
        </p:txBody>
      </p:sp>
      <p:sp>
        <p:nvSpPr>
          <p:cNvPr id="8" name="Content Placeholder 7"/>
          <p:cNvSpPr>
            <a:spLocks noGrp="1"/>
          </p:cNvSpPr>
          <p:nvPr>
            <p:ph idx="1"/>
          </p:nvPr>
        </p:nvSpPr>
        <p:spPr>
          <a:xfrm>
            <a:off x="1487488" y="1684139"/>
            <a:ext cx="10216511" cy="905376"/>
          </a:xfrm>
        </p:spPr>
        <p:txBody>
          <a:bodyPr/>
          <a:lstStyle/>
          <a:p>
            <a:pPr marL="0" indent="0">
              <a:buNone/>
            </a:pPr>
            <a:r>
              <a:rPr lang="en-US" sz="2200" b="1" dirty="0" smtClean="0">
                <a:solidFill>
                  <a:srgbClr val="FF0000"/>
                </a:solidFill>
              </a:rPr>
              <a:t>Repo-browser</a:t>
            </a:r>
          </a:p>
          <a:p>
            <a:pPr marL="0" indent="0">
              <a:buNone/>
            </a:pPr>
            <a:endParaRPr lang="en-US"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27647" y="2051614"/>
            <a:ext cx="7446375" cy="4242286"/>
          </a:xfrm>
          <a:prstGeom prst="rect">
            <a:avLst/>
          </a:prstGeom>
        </p:spPr>
      </p:pic>
    </p:spTree>
    <p:extLst>
      <p:ext uri="{BB962C8B-B14F-4D97-AF65-F5344CB8AC3E}">
        <p14:creationId xmlns:p14="http://schemas.microsoft.com/office/powerpoint/2010/main" val="232811836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algn="l"/>
            <a:r>
              <a:rPr lang="de-DE" smtClean="0"/>
              <a:t>Page </a:t>
            </a:r>
            <a:fld id="{3FD030EF-7044-4946-962A-5D7D09BD1B34}" type="slidenum">
              <a:rPr lang="de-DE" smtClean="0"/>
              <a:pPr algn="l"/>
              <a:t>22</a:t>
            </a:fld>
            <a:endParaRPr lang="de-DE" dirty="0"/>
          </a:p>
        </p:txBody>
      </p:sp>
      <p:sp>
        <p:nvSpPr>
          <p:cNvPr id="7" name="Title 1"/>
          <p:cNvSpPr>
            <a:spLocks noGrp="1"/>
          </p:cNvSpPr>
          <p:nvPr>
            <p:ph type="title"/>
          </p:nvPr>
        </p:nvSpPr>
        <p:spPr>
          <a:xfrm>
            <a:off x="1080000" y="764704"/>
            <a:ext cx="8520000" cy="614494"/>
          </a:xfrm>
        </p:spPr>
        <p:txBody>
          <a:bodyPr/>
          <a:lstStyle/>
          <a:p>
            <a:r>
              <a:rPr lang="en-US" dirty="0"/>
              <a:t>USER </a:t>
            </a:r>
            <a:r>
              <a:rPr lang="en-US" dirty="0" smtClean="0"/>
              <a:t>GUIDANCE</a:t>
            </a:r>
            <a:endParaRPr lang="en-US" dirty="0"/>
          </a:p>
        </p:txBody>
      </p:sp>
      <p:sp>
        <p:nvSpPr>
          <p:cNvPr id="8" name="Content Placeholder 7"/>
          <p:cNvSpPr>
            <a:spLocks noGrp="1"/>
          </p:cNvSpPr>
          <p:nvPr>
            <p:ph idx="1"/>
          </p:nvPr>
        </p:nvSpPr>
        <p:spPr>
          <a:xfrm>
            <a:off x="1487488" y="1684139"/>
            <a:ext cx="10216511" cy="4118050"/>
          </a:xfrm>
        </p:spPr>
        <p:txBody>
          <a:bodyPr/>
          <a:lstStyle/>
          <a:p>
            <a:pPr marL="0" indent="0">
              <a:buNone/>
            </a:pPr>
            <a:r>
              <a:rPr lang="en-US" sz="2200" b="1" dirty="0" smtClean="0">
                <a:solidFill>
                  <a:srgbClr val="FF0000"/>
                </a:solidFill>
              </a:rPr>
              <a:t>Check </a:t>
            </a:r>
            <a:r>
              <a:rPr lang="en-US" sz="2200" b="1" dirty="0">
                <a:solidFill>
                  <a:srgbClr val="FF0000"/>
                </a:solidFill>
              </a:rPr>
              <a:t>for </a:t>
            </a:r>
            <a:r>
              <a:rPr lang="en-US" sz="2200" b="1" dirty="0" smtClean="0">
                <a:solidFill>
                  <a:srgbClr val="FF0000"/>
                </a:solidFill>
              </a:rPr>
              <a:t>modifications</a:t>
            </a:r>
          </a:p>
          <a:p>
            <a:pPr marL="0" indent="0">
              <a:buNone/>
            </a:pPr>
            <a:r>
              <a:rPr lang="en-US" sz="2200" dirty="0" smtClean="0"/>
              <a:t>Displaying a list of all changed files in the working copy</a:t>
            </a:r>
          </a:p>
          <a:p>
            <a:pPr marL="0" indent="0">
              <a:buNone/>
            </a:pPr>
            <a:r>
              <a:rPr lang="en-US" sz="2200" dirty="0"/>
              <a:t>Pre-condition</a:t>
            </a:r>
            <a:r>
              <a:rPr lang="en-US" sz="2200" dirty="0" smtClean="0"/>
              <a:t>: all states</a:t>
            </a:r>
            <a:endParaRPr lang="en-US" sz="2200" dirty="0"/>
          </a:p>
          <a:p>
            <a:pPr marL="0" indent="0">
              <a:buNone/>
            </a:pPr>
            <a:r>
              <a:rPr lang="en-US" sz="2200" dirty="0"/>
              <a:t>Post-condition</a:t>
            </a:r>
            <a:r>
              <a:rPr lang="en-US" sz="2200" dirty="0" smtClean="0"/>
              <a:t>:</a:t>
            </a:r>
            <a:endParaRPr lang="en-US" sz="2200" dirty="0" smtClean="0"/>
          </a:p>
          <a:p>
            <a:pPr>
              <a:buFont typeface="Wingdings" panose="05000000000000000000" pitchFamily="2" charset="2"/>
              <a:buChar char="Ø"/>
            </a:pPr>
            <a:r>
              <a:rPr lang="en-US" sz="2200" dirty="0"/>
              <a:t>Right click on the import folder.</a:t>
            </a:r>
          </a:p>
          <a:p>
            <a:pPr>
              <a:buFont typeface="Wingdings" panose="05000000000000000000" pitchFamily="2" charset="2"/>
              <a:buChar char="Ø"/>
            </a:pPr>
            <a:r>
              <a:rPr lang="en-US" sz="2200" dirty="0"/>
              <a:t>Choose </a:t>
            </a:r>
            <a:r>
              <a:rPr lang="en-US" sz="2200" dirty="0" err="1"/>
              <a:t>TortoiseSVN</a:t>
            </a:r>
            <a:r>
              <a:rPr lang="en-US" sz="2200" dirty="0"/>
              <a:t> </a:t>
            </a:r>
            <a:r>
              <a:rPr lang="en-US" sz="2200" dirty="0">
                <a:sym typeface="Wingdings" panose="05000000000000000000" pitchFamily="2" charset="2"/>
              </a:rPr>
              <a:t> </a:t>
            </a:r>
            <a:r>
              <a:rPr lang="en-US" sz="2200" dirty="0" smtClean="0">
                <a:sym typeface="Wingdings" panose="05000000000000000000" pitchFamily="2" charset="2"/>
              </a:rPr>
              <a:t>Check </a:t>
            </a:r>
            <a:r>
              <a:rPr lang="en-US" sz="2200" dirty="0">
                <a:sym typeface="Wingdings" panose="05000000000000000000" pitchFamily="2" charset="2"/>
              </a:rPr>
              <a:t>for modifications</a:t>
            </a:r>
            <a:endParaRPr lang="en-US" sz="2200" dirty="0"/>
          </a:p>
          <a:p>
            <a:pPr marL="0" indent="0">
              <a:buNone/>
            </a:pPr>
            <a:endParaRPr lang="en-US" dirty="0"/>
          </a:p>
        </p:txBody>
      </p:sp>
    </p:spTree>
    <p:extLst>
      <p:ext uri="{BB962C8B-B14F-4D97-AF65-F5344CB8AC3E}">
        <p14:creationId xmlns:p14="http://schemas.microsoft.com/office/powerpoint/2010/main" val="234903788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algn="l"/>
            <a:r>
              <a:rPr lang="de-DE" smtClean="0"/>
              <a:t>Page </a:t>
            </a:r>
            <a:fld id="{3FD030EF-7044-4946-962A-5D7D09BD1B34}" type="slidenum">
              <a:rPr lang="de-DE" smtClean="0"/>
              <a:pPr algn="l"/>
              <a:t>23</a:t>
            </a:fld>
            <a:endParaRPr lang="de-DE" dirty="0"/>
          </a:p>
        </p:txBody>
      </p:sp>
      <p:sp>
        <p:nvSpPr>
          <p:cNvPr id="7" name="Title 1"/>
          <p:cNvSpPr>
            <a:spLocks noGrp="1"/>
          </p:cNvSpPr>
          <p:nvPr>
            <p:ph type="title"/>
          </p:nvPr>
        </p:nvSpPr>
        <p:spPr>
          <a:xfrm>
            <a:off x="1080000" y="764704"/>
            <a:ext cx="8520000" cy="614494"/>
          </a:xfrm>
        </p:spPr>
        <p:txBody>
          <a:bodyPr/>
          <a:lstStyle/>
          <a:p>
            <a:r>
              <a:rPr lang="en-US" dirty="0"/>
              <a:t>USER </a:t>
            </a:r>
            <a:r>
              <a:rPr lang="en-US" dirty="0" smtClean="0"/>
              <a:t>GUIDANCE</a:t>
            </a:r>
            <a:endParaRPr lang="en-US" dirty="0"/>
          </a:p>
        </p:txBody>
      </p:sp>
      <p:sp>
        <p:nvSpPr>
          <p:cNvPr id="8" name="Content Placeholder 7"/>
          <p:cNvSpPr>
            <a:spLocks noGrp="1"/>
          </p:cNvSpPr>
          <p:nvPr>
            <p:ph idx="1"/>
          </p:nvPr>
        </p:nvSpPr>
        <p:spPr>
          <a:xfrm>
            <a:off x="1487488" y="1684139"/>
            <a:ext cx="10216511" cy="368884"/>
          </a:xfrm>
        </p:spPr>
        <p:txBody>
          <a:bodyPr/>
          <a:lstStyle/>
          <a:p>
            <a:pPr marL="0" indent="0">
              <a:buNone/>
            </a:pPr>
            <a:r>
              <a:rPr lang="en-US" sz="2200" b="1" dirty="0" smtClean="0">
                <a:solidFill>
                  <a:srgbClr val="FF0000"/>
                </a:solidFill>
              </a:rPr>
              <a:t>Check </a:t>
            </a:r>
            <a:r>
              <a:rPr lang="en-US" sz="2200" b="1" dirty="0">
                <a:solidFill>
                  <a:srgbClr val="FF0000"/>
                </a:solidFill>
              </a:rPr>
              <a:t>for modifications</a:t>
            </a:r>
            <a:endParaRPr lang="en-US"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51584" y="2235424"/>
            <a:ext cx="7906853" cy="4048690"/>
          </a:xfrm>
          <a:prstGeom prst="rect">
            <a:avLst/>
          </a:prstGeom>
        </p:spPr>
      </p:pic>
    </p:spTree>
    <p:extLst>
      <p:ext uri="{BB962C8B-B14F-4D97-AF65-F5344CB8AC3E}">
        <p14:creationId xmlns:p14="http://schemas.microsoft.com/office/powerpoint/2010/main" val="322007618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algn="l"/>
            <a:r>
              <a:rPr lang="de-DE" smtClean="0"/>
              <a:t>Page </a:t>
            </a:r>
            <a:fld id="{3FD030EF-7044-4946-962A-5D7D09BD1B34}" type="slidenum">
              <a:rPr lang="de-DE" smtClean="0"/>
              <a:pPr algn="l"/>
              <a:t>24</a:t>
            </a:fld>
            <a:endParaRPr lang="de-DE" dirty="0"/>
          </a:p>
        </p:txBody>
      </p:sp>
      <p:sp>
        <p:nvSpPr>
          <p:cNvPr id="7" name="Title 1"/>
          <p:cNvSpPr>
            <a:spLocks noGrp="1"/>
          </p:cNvSpPr>
          <p:nvPr>
            <p:ph type="title"/>
          </p:nvPr>
        </p:nvSpPr>
        <p:spPr>
          <a:xfrm>
            <a:off x="1080000" y="764704"/>
            <a:ext cx="8520000" cy="614494"/>
          </a:xfrm>
        </p:spPr>
        <p:txBody>
          <a:bodyPr/>
          <a:lstStyle/>
          <a:p>
            <a:r>
              <a:rPr lang="en-US" dirty="0"/>
              <a:t>USER </a:t>
            </a:r>
            <a:r>
              <a:rPr lang="en-US" dirty="0" smtClean="0"/>
              <a:t>GUIDANCE</a:t>
            </a:r>
            <a:endParaRPr lang="en-US" dirty="0"/>
          </a:p>
        </p:txBody>
      </p:sp>
      <p:sp>
        <p:nvSpPr>
          <p:cNvPr id="8" name="Content Placeholder 7"/>
          <p:cNvSpPr>
            <a:spLocks noGrp="1"/>
          </p:cNvSpPr>
          <p:nvPr>
            <p:ph idx="1"/>
          </p:nvPr>
        </p:nvSpPr>
        <p:spPr>
          <a:xfrm>
            <a:off x="1323819" y="1772816"/>
            <a:ext cx="10216511" cy="5567678"/>
          </a:xfrm>
        </p:spPr>
        <p:txBody>
          <a:bodyPr/>
          <a:lstStyle/>
          <a:p>
            <a:pPr marL="0" indent="0">
              <a:buNone/>
            </a:pPr>
            <a:r>
              <a:rPr lang="en-US" sz="2200" b="1" dirty="0" smtClean="0">
                <a:solidFill>
                  <a:srgbClr val="FF0000"/>
                </a:solidFill>
              </a:rPr>
              <a:t>Revision graph</a:t>
            </a:r>
          </a:p>
          <a:p>
            <a:pPr marL="0" indent="0">
              <a:buNone/>
            </a:pPr>
            <a:r>
              <a:rPr lang="en-US" sz="2200" dirty="0" smtClean="0"/>
              <a:t>Sometimes you need to know where branches and tags were taken  from the trunk, and the ideal way to view this sort of information is as a graph or tree structure.</a:t>
            </a:r>
          </a:p>
          <a:p>
            <a:pPr marL="0" indent="0">
              <a:buNone/>
            </a:pPr>
            <a:r>
              <a:rPr lang="en-US" sz="2200" dirty="0"/>
              <a:t>Pre-condition</a:t>
            </a:r>
            <a:r>
              <a:rPr lang="en-US" sz="2200" dirty="0" smtClean="0"/>
              <a:t>: all states except add, non-version and ignored</a:t>
            </a:r>
            <a:endParaRPr lang="en-US" sz="2200" dirty="0"/>
          </a:p>
          <a:p>
            <a:pPr marL="0" indent="0">
              <a:buNone/>
            </a:pPr>
            <a:r>
              <a:rPr lang="en-US" sz="2200" dirty="0" smtClean="0"/>
              <a:t>Post-condition:</a:t>
            </a:r>
          </a:p>
          <a:p>
            <a:pPr>
              <a:buFont typeface="Wingdings" panose="05000000000000000000" pitchFamily="2" charset="2"/>
              <a:buChar char="Ø"/>
            </a:pPr>
            <a:r>
              <a:rPr lang="en-US" sz="2200" dirty="0" smtClean="0"/>
              <a:t>Right </a:t>
            </a:r>
            <a:r>
              <a:rPr lang="en-US" sz="2200" dirty="0"/>
              <a:t>click on the import folder.</a:t>
            </a:r>
          </a:p>
          <a:p>
            <a:pPr>
              <a:buFont typeface="Wingdings" panose="05000000000000000000" pitchFamily="2" charset="2"/>
              <a:buChar char="Ø"/>
            </a:pPr>
            <a:r>
              <a:rPr lang="en-US" sz="2200" dirty="0"/>
              <a:t>Choose </a:t>
            </a:r>
            <a:r>
              <a:rPr lang="en-US" sz="2200" dirty="0" err="1"/>
              <a:t>TortoiseSVN</a:t>
            </a:r>
            <a:r>
              <a:rPr lang="en-US" sz="2200" dirty="0"/>
              <a:t> </a:t>
            </a:r>
            <a:r>
              <a:rPr lang="en-US" sz="2200" dirty="0">
                <a:sym typeface="Wingdings" panose="05000000000000000000" pitchFamily="2" charset="2"/>
              </a:rPr>
              <a:t> </a:t>
            </a:r>
            <a:r>
              <a:rPr lang="en-US" sz="2200" dirty="0" smtClean="0">
                <a:sym typeface="Wingdings" panose="05000000000000000000" pitchFamily="2" charset="2"/>
              </a:rPr>
              <a:t>Revision graph</a:t>
            </a:r>
            <a:endParaRPr lang="en-US" sz="2200" dirty="0"/>
          </a:p>
          <a:p>
            <a:pPr marL="0" indent="0">
              <a:buNone/>
            </a:pPr>
            <a:endParaRPr lang="en-US" sz="2200" dirty="0" smtClean="0"/>
          </a:p>
          <a:p>
            <a:pPr marL="0" indent="0">
              <a:buNone/>
            </a:pPr>
            <a:endParaRPr lang="en-US" dirty="0"/>
          </a:p>
        </p:txBody>
      </p:sp>
    </p:spTree>
    <p:extLst>
      <p:ext uri="{BB962C8B-B14F-4D97-AF65-F5344CB8AC3E}">
        <p14:creationId xmlns:p14="http://schemas.microsoft.com/office/powerpoint/2010/main" val="191963593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algn="l"/>
            <a:r>
              <a:rPr lang="de-DE" smtClean="0"/>
              <a:t>Page </a:t>
            </a:r>
            <a:fld id="{3FD030EF-7044-4946-962A-5D7D09BD1B34}" type="slidenum">
              <a:rPr lang="de-DE" smtClean="0"/>
              <a:pPr algn="l"/>
              <a:t>25</a:t>
            </a:fld>
            <a:endParaRPr lang="de-DE" dirty="0"/>
          </a:p>
        </p:txBody>
      </p:sp>
      <p:sp>
        <p:nvSpPr>
          <p:cNvPr id="7" name="Title 1"/>
          <p:cNvSpPr>
            <a:spLocks noGrp="1"/>
          </p:cNvSpPr>
          <p:nvPr>
            <p:ph type="title"/>
          </p:nvPr>
        </p:nvSpPr>
        <p:spPr>
          <a:xfrm>
            <a:off x="1080000" y="764704"/>
            <a:ext cx="8520000" cy="614494"/>
          </a:xfrm>
        </p:spPr>
        <p:txBody>
          <a:bodyPr/>
          <a:lstStyle/>
          <a:p>
            <a:r>
              <a:rPr lang="en-US" dirty="0"/>
              <a:t>USER </a:t>
            </a:r>
            <a:r>
              <a:rPr lang="en-US" dirty="0" smtClean="0"/>
              <a:t>GUIDANCE</a:t>
            </a:r>
            <a:endParaRPr lang="en-US" dirty="0"/>
          </a:p>
        </p:txBody>
      </p:sp>
      <p:sp>
        <p:nvSpPr>
          <p:cNvPr id="8" name="Content Placeholder 7"/>
          <p:cNvSpPr>
            <a:spLocks noGrp="1"/>
          </p:cNvSpPr>
          <p:nvPr>
            <p:ph idx="1"/>
          </p:nvPr>
        </p:nvSpPr>
        <p:spPr>
          <a:xfrm>
            <a:off x="1323819" y="1700808"/>
            <a:ext cx="10216511" cy="368884"/>
          </a:xfrm>
        </p:spPr>
        <p:txBody>
          <a:bodyPr/>
          <a:lstStyle/>
          <a:p>
            <a:pPr marL="0" indent="0">
              <a:buNone/>
            </a:pPr>
            <a:r>
              <a:rPr lang="en-US" sz="2200" b="1" dirty="0" smtClean="0">
                <a:solidFill>
                  <a:srgbClr val="FF0000"/>
                </a:solidFill>
              </a:rPr>
              <a:t>Revision </a:t>
            </a:r>
            <a:r>
              <a:rPr lang="en-US" sz="2200" b="1" dirty="0">
                <a:solidFill>
                  <a:srgbClr val="FF0000"/>
                </a:solidFill>
              </a:rPr>
              <a:t>graph</a:t>
            </a:r>
            <a:endParaRPr lang="en-US"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93466" y="2092924"/>
            <a:ext cx="3877216" cy="4039164"/>
          </a:xfrm>
          <a:prstGeom prst="rect">
            <a:avLst/>
          </a:prstGeom>
        </p:spPr>
      </p:pic>
    </p:spTree>
    <p:extLst>
      <p:ext uri="{BB962C8B-B14F-4D97-AF65-F5344CB8AC3E}">
        <p14:creationId xmlns:p14="http://schemas.microsoft.com/office/powerpoint/2010/main" val="345764016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algn="l"/>
            <a:r>
              <a:rPr lang="de-DE" smtClean="0"/>
              <a:t>Page </a:t>
            </a:r>
            <a:fld id="{3FD030EF-7044-4946-962A-5D7D09BD1B34}" type="slidenum">
              <a:rPr lang="de-DE" smtClean="0"/>
              <a:pPr algn="l"/>
              <a:t>26</a:t>
            </a:fld>
            <a:endParaRPr lang="de-DE" dirty="0"/>
          </a:p>
        </p:txBody>
      </p:sp>
      <p:sp>
        <p:nvSpPr>
          <p:cNvPr id="7" name="Title 1"/>
          <p:cNvSpPr>
            <a:spLocks noGrp="1"/>
          </p:cNvSpPr>
          <p:nvPr>
            <p:ph type="title"/>
          </p:nvPr>
        </p:nvSpPr>
        <p:spPr>
          <a:xfrm>
            <a:off x="1080000" y="764704"/>
            <a:ext cx="8520000" cy="614494"/>
          </a:xfrm>
        </p:spPr>
        <p:txBody>
          <a:bodyPr/>
          <a:lstStyle/>
          <a:p>
            <a:r>
              <a:rPr lang="en-US" dirty="0"/>
              <a:t>USER </a:t>
            </a:r>
            <a:r>
              <a:rPr lang="en-US" dirty="0" smtClean="0"/>
              <a:t>GUIDANCE</a:t>
            </a:r>
            <a:endParaRPr lang="en-US" dirty="0"/>
          </a:p>
        </p:txBody>
      </p:sp>
      <p:sp>
        <p:nvSpPr>
          <p:cNvPr id="8" name="Content Placeholder 7"/>
          <p:cNvSpPr>
            <a:spLocks noGrp="1"/>
          </p:cNvSpPr>
          <p:nvPr>
            <p:ph idx="1"/>
          </p:nvPr>
        </p:nvSpPr>
        <p:spPr>
          <a:xfrm>
            <a:off x="1487488" y="1772816"/>
            <a:ext cx="10216511" cy="4118050"/>
          </a:xfrm>
        </p:spPr>
        <p:txBody>
          <a:bodyPr/>
          <a:lstStyle/>
          <a:p>
            <a:pPr marL="0" indent="0">
              <a:buNone/>
            </a:pPr>
            <a:r>
              <a:rPr lang="en-US" sz="2200" b="1" dirty="0" smtClean="0">
                <a:solidFill>
                  <a:srgbClr val="FF0000"/>
                </a:solidFill>
              </a:rPr>
              <a:t>Resolved</a:t>
            </a:r>
          </a:p>
          <a:p>
            <a:pPr marL="0" indent="0">
              <a:buNone/>
            </a:pPr>
            <a:r>
              <a:rPr lang="en-US" sz="2200" dirty="0" smtClean="0"/>
              <a:t>Removing conflict state on working copy files/folders.</a:t>
            </a:r>
          </a:p>
          <a:p>
            <a:pPr marL="0" indent="0">
              <a:buNone/>
            </a:pPr>
            <a:r>
              <a:rPr lang="en-US" sz="2200" dirty="0"/>
              <a:t>Pre-condition</a:t>
            </a:r>
            <a:r>
              <a:rPr lang="en-US" sz="2200" dirty="0" smtClean="0"/>
              <a:t>: conflict</a:t>
            </a:r>
            <a:endParaRPr lang="en-US" sz="2200" dirty="0"/>
          </a:p>
          <a:p>
            <a:pPr marL="0" indent="0">
              <a:buNone/>
            </a:pPr>
            <a:r>
              <a:rPr lang="en-US" sz="2200" dirty="0"/>
              <a:t>Post-condition: </a:t>
            </a:r>
            <a:endParaRPr lang="en-US" sz="2200" dirty="0" smtClean="0"/>
          </a:p>
          <a:p>
            <a:pPr>
              <a:buFont typeface="Wingdings" panose="05000000000000000000" pitchFamily="2" charset="2"/>
              <a:buChar char="Ø"/>
            </a:pPr>
            <a:r>
              <a:rPr lang="en-US" sz="2200" dirty="0"/>
              <a:t>Right click on the import folder.</a:t>
            </a:r>
          </a:p>
          <a:p>
            <a:pPr>
              <a:buFont typeface="Wingdings" panose="05000000000000000000" pitchFamily="2" charset="2"/>
              <a:buChar char="Ø"/>
            </a:pPr>
            <a:r>
              <a:rPr lang="en-US" sz="2200" dirty="0"/>
              <a:t>Choose </a:t>
            </a:r>
            <a:r>
              <a:rPr lang="en-US" sz="2200" dirty="0" err="1"/>
              <a:t>TortoiseSVN</a:t>
            </a:r>
            <a:r>
              <a:rPr lang="en-US" sz="2200" dirty="0"/>
              <a:t> </a:t>
            </a:r>
            <a:r>
              <a:rPr lang="en-US" sz="2200" dirty="0">
                <a:sym typeface="Wingdings" panose="05000000000000000000" pitchFamily="2" charset="2"/>
              </a:rPr>
              <a:t> </a:t>
            </a:r>
            <a:r>
              <a:rPr lang="en-US" sz="2200" dirty="0" smtClean="0">
                <a:sym typeface="Wingdings" panose="05000000000000000000" pitchFamily="2" charset="2"/>
              </a:rPr>
              <a:t>Resolved </a:t>
            </a:r>
            <a:endParaRPr lang="en-US" sz="2200" dirty="0"/>
          </a:p>
          <a:p>
            <a:pPr marL="0" indent="0">
              <a:buNone/>
            </a:pPr>
            <a:endParaRPr lang="en-US" dirty="0"/>
          </a:p>
        </p:txBody>
      </p:sp>
    </p:spTree>
    <p:extLst>
      <p:ext uri="{BB962C8B-B14F-4D97-AF65-F5344CB8AC3E}">
        <p14:creationId xmlns:p14="http://schemas.microsoft.com/office/powerpoint/2010/main" val="158546218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algn="l"/>
            <a:r>
              <a:rPr lang="de-DE" smtClean="0"/>
              <a:t>Page </a:t>
            </a:r>
            <a:fld id="{3FD030EF-7044-4946-962A-5D7D09BD1B34}" type="slidenum">
              <a:rPr lang="de-DE" smtClean="0"/>
              <a:pPr algn="l"/>
              <a:t>27</a:t>
            </a:fld>
            <a:endParaRPr lang="de-DE" dirty="0"/>
          </a:p>
        </p:txBody>
      </p:sp>
      <p:sp>
        <p:nvSpPr>
          <p:cNvPr id="7" name="Title 1"/>
          <p:cNvSpPr>
            <a:spLocks noGrp="1"/>
          </p:cNvSpPr>
          <p:nvPr>
            <p:ph type="title"/>
          </p:nvPr>
        </p:nvSpPr>
        <p:spPr>
          <a:xfrm>
            <a:off x="1080000" y="764704"/>
            <a:ext cx="8520000" cy="614494"/>
          </a:xfrm>
        </p:spPr>
        <p:txBody>
          <a:bodyPr/>
          <a:lstStyle/>
          <a:p>
            <a:r>
              <a:rPr lang="en-US" dirty="0"/>
              <a:t>USER </a:t>
            </a:r>
            <a:r>
              <a:rPr lang="en-US" dirty="0" smtClean="0"/>
              <a:t>GUIDANCE</a:t>
            </a:r>
            <a:endParaRPr lang="en-US" dirty="0"/>
          </a:p>
        </p:txBody>
      </p:sp>
      <p:sp>
        <p:nvSpPr>
          <p:cNvPr id="8" name="Content Placeholder 7"/>
          <p:cNvSpPr>
            <a:spLocks noGrp="1"/>
          </p:cNvSpPr>
          <p:nvPr>
            <p:ph idx="1"/>
          </p:nvPr>
        </p:nvSpPr>
        <p:spPr>
          <a:xfrm>
            <a:off x="1487488" y="1684139"/>
            <a:ext cx="10216511" cy="368884"/>
          </a:xfrm>
        </p:spPr>
        <p:txBody>
          <a:bodyPr/>
          <a:lstStyle/>
          <a:p>
            <a:pPr marL="0" indent="0">
              <a:buNone/>
            </a:pPr>
            <a:r>
              <a:rPr lang="en-US" sz="2200" b="1" dirty="0" smtClean="0">
                <a:solidFill>
                  <a:srgbClr val="FF0000"/>
                </a:solidFill>
              </a:rPr>
              <a:t>Resolved</a:t>
            </a:r>
            <a:endParaRPr lang="en-US" dirty="0"/>
          </a:p>
        </p:txBody>
      </p:sp>
    </p:spTree>
    <p:extLst>
      <p:ext uri="{BB962C8B-B14F-4D97-AF65-F5344CB8AC3E}">
        <p14:creationId xmlns:p14="http://schemas.microsoft.com/office/powerpoint/2010/main" val="77564611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algn="l"/>
            <a:r>
              <a:rPr lang="de-DE" smtClean="0"/>
              <a:t>Page </a:t>
            </a:r>
            <a:fld id="{3FD030EF-7044-4946-962A-5D7D09BD1B34}" type="slidenum">
              <a:rPr lang="de-DE" smtClean="0"/>
              <a:pPr algn="l"/>
              <a:t>28</a:t>
            </a:fld>
            <a:endParaRPr lang="de-DE" dirty="0"/>
          </a:p>
        </p:txBody>
      </p:sp>
      <p:sp>
        <p:nvSpPr>
          <p:cNvPr id="7" name="Title 1"/>
          <p:cNvSpPr>
            <a:spLocks noGrp="1"/>
          </p:cNvSpPr>
          <p:nvPr>
            <p:ph type="title"/>
          </p:nvPr>
        </p:nvSpPr>
        <p:spPr>
          <a:xfrm>
            <a:off x="1080000" y="764704"/>
            <a:ext cx="8520000" cy="614494"/>
          </a:xfrm>
        </p:spPr>
        <p:txBody>
          <a:bodyPr/>
          <a:lstStyle/>
          <a:p>
            <a:r>
              <a:rPr lang="en-US" dirty="0"/>
              <a:t>USER </a:t>
            </a:r>
            <a:r>
              <a:rPr lang="en-US" dirty="0" smtClean="0"/>
              <a:t>GUIDANCE</a:t>
            </a:r>
            <a:endParaRPr lang="en-US" dirty="0"/>
          </a:p>
        </p:txBody>
      </p:sp>
      <p:sp>
        <p:nvSpPr>
          <p:cNvPr id="8" name="Content Placeholder 7"/>
          <p:cNvSpPr>
            <a:spLocks noGrp="1"/>
          </p:cNvSpPr>
          <p:nvPr>
            <p:ph idx="1"/>
          </p:nvPr>
        </p:nvSpPr>
        <p:spPr>
          <a:xfrm>
            <a:off x="1487488" y="1684139"/>
            <a:ext cx="10216511" cy="5567678"/>
          </a:xfrm>
        </p:spPr>
        <p:txBody>
          <a:bodyPr/>
          <a:lstStyle/>
          <a:p>
            <a:pPr marL="0" indent="0">
              <a:buNone/>
            </a:pPr>
            <a:r>
              <a:rPr lang="en-US" sz="2200" b="1" dirty="0" smtClean="0">
                <a:solidFill>
                  <a:srgbClr val="FF0000"/>
                </a:solidFill>
              </a:rPr>
              <a:t>Update </a:t>
            </a:r>
            <a:r>
              <a:rPr lang="en-US" sz="2200" b="1" dirty="0">
                <a:solidFill>
                  <a:srgbClr val="FF0000"/>
                </a:solidFill>
              </a:rPr>
              <a:t>to </a:t>
            </a:r>
            <a:r>
              <a:rPr lang="en-US" sz="2200" b="1" dirty="0" smtClean="0">
                <a:solidFill>
                  <a:srgbClr val="FF0000"/>
                </a:solidFill>
              </a:rPr>
              <a:t>revision</a:t>
            </a:r>
          </a:p>
          <a:p>
            <a:pPr marL="0" indent="0">
              <a:buNone/>
            </a:pPr>
            <a:r>
              <a:rPr lang="en-US" sz="2200" dirty="0" smtClean="0"/>
              <a:t>Running a reverse merge, undoing the changes in working copy. You can choose “HEAD revision” to update to the latest revision or fill in the “Revision” field to choose the revision you want.</a:t>
            </a:r>
          </a:p>
          <a:p>
            <a:pPr marL="0" indent="0">
              <a:buNone/>
            </a:pPr>
            <a:r>
              <a:rPr lang="en-US" sz="2200" dirty="0"/>
              <a:t>Pre-condition</a:t>
            </a:r>
            <a:r>
              <a:rPr lang="en-US" sz="2200" dirty="0" smtClean="0"/>
              <a:t>: normal/deleted/modified/locked</a:t>
            </a:r>
            <a:endParaRPr lang="en-US" sz="2200" dirty="0"/>
          </a:p>
          <a:p>
            <a:pPr marL="0" indent="0">
              <a:buNone/>
            </a:pPr>
            <a:r>
              <a:rPr lang="en-US" sz="2200" dirty="0"/>
              <a:t>Post-condition: </a:t>
            </a:r>
            <a:endParaRPr lang="en-US" sz="2200" dirty="0" smtClean="0"/>
          </a:p>
          <a:p>
            <a:pPr>
              <a:buFont typeface="Wingdings" panose="05000000000000000000" pitchFamily="2" charset="2"/>
              <a:buChar char="Ø"/>
            </a:pPr>
            <a:r>
              <a:rPr lang="en-US" sz="2200" dirty="0"/>
              <a:t>Right click on </a:t>
            </a:r>
            <a:r>
              <a:rPr lang="en-US" sz="2200" dirty="0" smtClean="0"/>
              <a:t>the file/folder</a:t>
            </a:r>
            <a:r>
              <a:rPr lang="en-US" sz="2200" dirty="0"/>
              <a:t>.</a:t>
            </a:r>
          </a:p>
          <a:p>
            <a:pPr>
              <a:buFont typeface="Wingdings" panose="05000000000000000000" pitchFamily="2" charset="2"/>
              <a:buChar char="Ø"/>
            </a:pPr>
            <a:r>
              <a:rPr lang="en-US" sz="2200" dirty="0"/>
              <a:t>Choose </a:t>
            </a:r>
            <a:r>
              <a:rPr lang="en-US" sz="2200" dirty="0" err="1"/>
              <a:t>TortoiseSVN</a:t>
            </a:r>
            <a:r>
              <a:rPr lang="en-US" sz="2200" dirty="0"/>
              <a:t> </a:t>
            </a:r>
            <a:r>
              <a:rPr lang="en-US" sz="2200" dirty="0">
                <a:sym typeface="Wingdings" panose="05000000000000000000" pitchFamily="2" charset="2"/>
              </a:rPr>
              <a:t> </a:t>
            </a:r>
            <a:r>
              <a:rPr lang="en-US" sz="2200" dirty="0" smtClean="0">
                <a:sym typeface="Wingdings" panose="05000000000000000000" pitchFamily="2" charset="2"/>
              </a:rPr>
              <a:t>Update to revision</a:t>
            </a:r>
            <a:endParaRPr lang="en-US" sz="2200" dirty="0"/>
          </a:p>
          <a:p>
            <a:pPr marL="0" indent="0">
              <a:buNone/>
            </a:pPr>
            <a:endParaRPr lang="en-US" sz="2200" dirty="0" smtClean="0"/>
          </a:p>
          <a:p>
            <a:pPr marL="0" indent="0">
              <a:buNone/>
            </a:pPr>
            <a:endParaRPr lang="en-US" dirty="0"/>
          </a:p>
        </p:txBody>
      </p:sp>
    </p:spTree>
    <p:extLst>
      <p:ext uri="{BB962C8B-B14F-4D97-AF65-F5344CB8AC3E}">
        <p14:creationId xmlns:p14="http://schemas.microsoft.com/office/powerpoint/2010/main" val="369564484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algn="l"/>
            <a:r>
              <a:rPr lang="de-DE" smtClean="0"/>
              <a:t>Page </a:t>
            </a:r>
            <a:fld id="{3FD030EF-7044-4946-962A-5D7D09BD1B34}" type="slidenum">
              <a:rPr lang="de-DE" smtClean="0"/>
              <a:pPr algn="l"/>
              <a:t>29</a:t>
            </a:fld>
            <a:endParaRPr lang="de-DE" dirty="0"/>
          </a:p>
        </p:txBody>
      </p:sp>
      <p:sp>
        <p:nvSpPr>
          <p:cNvPr id="7" name="Title 1"/>
          <p:cNvSpPr>
            <a:spLocks noGrp="1"/>
          </p:cNvSpPr>
          <p:nvPr>
            <p:ph type="title"/>
          </p:nvPr>
        </p:nvSpPr>
        <p:spPr>
          <a:xfrm>
            <a:off x="1080000" y="764704"/>
            <a:ext cx="8520000" cy="614494"/>
          </a:xfrm>
        </p:spPr>
        <p:txBody>
          <a:bodyPr/>
          <a:lstStyle/>
          <a:p>
            <a:r>
              <a:rPr lang="en-US" dirty="0"/>
              <a:t>USER </a:t>
            </a:r>
            <a:r>
              <a:rPr lang="en-US" dirty="0" smtClean="0"/>
              <a:t>GUIDANCE</a:t>
            </a:r>
            <a:endParaRPr lang="en-US" dirty="0"/>
          </a:p>
        </p:txBody>
      </p:sp>
      <p:sp>
        <p:nvSpPr>
          <p:cNvPr id="8" name="Content Placeholder 7"/>
          <p:cNvSpPr>
            <a:spLocks noGrp="1"/>
          </p:cNvSpPr>
          <p:nvPr>
            <p:ph idx="1"/>
          </p:nvPr>
        </p:nvSpPr>
        <p:spPr>
          <a:xfrm>
            <a:off x="1487488" y="1684139"/>
            <a:ext cx="10216511" cy="368884"/>
          </a:xfrm>
        </p:spPr>
        <p:txBody>
          <a:bodyPr/>
          <a:lstStyle/>
          <a:p>
            <a:pPr marL="0" indent="0">
              <a:buNone/>
            </a:pPr>
            <a:r>
              <a:rPr lang="en-US" sz="2200" b="1" dirty="0" smtClean="0">
                <a:solidFill>
                  <a:srgbClr val="FF0000"/>
                </a:solidFill>
              </a:rPr>
              <a:t>Update </a:t>
            </a:r>
            <a:r>
              <a:rPr lang="en-US" sz="2200" b="1" dirty="0">
                <a:solidFill>
                  <a:srgbClr val="FF0000"/>
                </a:solidFill>
              </a:rPr>
              <a:t>to revision</a:t>
            </a:r>
            <a:endParaRPr lang="en-US"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23792" y="2051495"/>
            <a:ext cx="4699849" cy="3937046"/>
          </a:xfrm>
          <a:prstGeom prst="rect">
            <a:avLst/>
          </a:prstGeom>
        </p:spPr>
      </p:pic>
    </p:spTree>
    <p:extLst>
      <p:ext uri="{BB962C8B-B14F-4D97-AF65-F5344CB8AC3E}">
        <p14:creationId xmlns:p14="http://schemas.microsoft.com/office/powerpoint/2010/main" val="193195819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algn="l"/>
            <a:r>
              <a:rPr lang="de-DE" smtClean="0"/>
              <a:t>Page </a:t>
            </a:r>
            <a:fld id="{3FD030EF-7044-4946-962A-5D7D09BD1B34}" type="slidenum">
              <a:rPr lang="de-DE" smtClean="0"/>
              <a:pPr algn="l"/>
              <a:t>30</a:t>
            </a:fld>
            <a:endParaRPr lang="de-DE" dirty="0"/>
          </a:p>
        </p:txBody>
      </p:sp>
      <p:sp>
        <p:nvSpPr>
          <p:cNvPr id="7" name="Title 1"/>
          <p:cNvSpPr>
            <a:spLocks noGrp="1"/>
          </p:cNvSpPr>
          <p:nvPr>
            <p:ph type="title"/>
          </p:nvPr>
        </p:nvSpPr>
        <p:spPr>
          <a:xfrm>
            <a:off x="1080000" y="764704"/>
            <a:ext cx="8520000" cy="614494"/>
          </a:xfrm>
        </p:spPr>
        <p:txBody>
          <a:bodyPr/>
          <a:lstStyle/>
          <a:p>
            <a:r>
              <a:rPr lang="en-US" dirty="0"/>
              <a:t>USER </a:t>
            </a:r>
            <a:r>
              <a:rPr lang="en-US" dirty="0" smtClean="0"/>
              <a:t>GUIDANCE</a:t>
            </a:r>
            <a:endParaRPr lang="en-US" dirty="0"/>
          </a:p>
        </p:txBody>
      </p:sp>
      <p:sp>
        <p:nvSpPr>
          <p:cNvPr id="8" name="Content Placeholder 7"/>
          <p:cNvSpPr>
            <a:spLocks noGrp="1"/>
          </p:cNvSpPr>
          <p:nvPr>
            <p:ph idx="1"/>
          </p:nvPr>
        </p:nvSpPr>
        <p:spPr>
          <a:xfrm>
            <a:off x="1487488" y="1684139"/>
            <a:ext cx="10216511" cy="4118050"/>
          </a:xfrm>
        </p:spPr>
        <p:txBody>
          <a:bodyPr/>
          <a:lstStyle/>
          <a:p>
            <a:pPr marL="0" indent="0">
              <a:buNone/>
            </a:pPr>
            <a:r>
              <a:rPr lang="en-US" sz="2200" b="1" dirty="0" smtClean="0">
                <a:solidFill>
                  <a:srgbClr val="FF0000"/>
                </a:solidFill>
              </a:rPr>
              <a:t>Rename</a:t>
            </a:r>
          </a:p>
          <a:p>
            <a:pPr marL="0" indent="0">
              <a:buNone/>
            </a:pPr>
            <a:r>
              <a:rPr lang="en-US" sz="2200" dirty="0" smtClean="0"/>
              <a:t>Rename for file/folder.</a:t>
            </a:r>
          </a:p>
          <a:p>
            <a:pPr marL="0" indent="0">
              <a:buNone/>
            </a:pPr>
            <a:r>
              <a:rPr lang="en-US" sz="2200" dirty="0"/>
              <a:t>Pre-condition</a:t>
            </a:r>
            <a:r>
              <a:rPr lang="en-US" sz="2200" dirty="0" smtClean="0"/>
              <a:t>: added/deleted/modified,/locked</a:t>
            </a:r>
            <a:endParaRPr lang="en-US" sz="2200" dirty="0"/>
          </a:p>
          <a:p>
            <a:pPr marL="0" indent="0">
              <a:buNone/>
            </a:pPr>
            <a:r>
              <a:rPr lang="en-US" sz="2200" dirty="0"/>
              <a:t>Post-condition: </a:t>
            </a:r>
            <a:endParaRPr lang="en-US" sz="2200" dirty="0" smtClean="0"/>
          </a:p>
          <a:p>
            <a:pPr>
              <a:buFont typeface="Wingdings" panose="05000000000000000000" pitchFamily="2" charset="2"/>
              <a:buChar char="Ø"/>
            </a:pPr>
            <a:r>
              <a:rPr lang="en-US" sz="2200" dirty="0"/>
              <a:t>Right click on the </a:t>
            </a:r>
            <a:r>
              <a:rPr lang="en-US" sz="2200" dirty="0" smtClean="0"/>
              <a:t>file/folder</a:t>
            </a:r>
            <a:r>
              <a:rPr lang="en-US" sz="2200" dirty="0"/>
              <a:t>.</a:t>
            </a:r>
          </a:p>
          <a:p>
            <a:pPr>
              <a:buFont typeface="Wingdings" panose="05000000000000000000" pitchFamily="2" charset="2"/>
              <a:buChar char="Ø"/>
            </a:pPr>
            <a:r>
              <a:rPr lang="en-US" sz="2200" dirty="0"/>
              <a:t>Choose </a:t>
            </a:r>
            <a:r>
              <a:rPr lang="en-US" sz="2200" dirty="0" err="1"/>
              <a:t>TortoiseSVN</a:t>
            </a:r>
            <a:r>
              <a:rPr lang="en-US" sz="2200" dirty="0"/>
              <a:t> </a:t>
            </a:r>
            <a:r>
              <a:rPr lang="en-US" sz="2200" dirty="0">
                <a:sym typeface="Wingdings" panose="05000000000000000000" pitchFamily="2" charset="2"/>
              </a:rPr>
              <a:t> </a:t>
            </a:r>
            <a:r>
              <a:rPr lang="en-US" sz="2200" dirty="0" smtClean="0">
                <a:sym typeface="Wingdings" panose="05000000000000000000" pitchFamily="2" charset="2"/>
              </a:rPr>
              <a:t>Rename</a:t>
            </a:r>
            <a:endParaRPr lang="en-US" sz="2200" dirty="0"/>
          </a:p>
          <a:p>
            <a:pPr marL="0" indent="0">
              <a:buNone/>
            </a:pPr>
            <a:endParaRPr lang="en-US" dirty="0"/>
          </a:p>
        </p:txBody>
      </p:sp>
    </p:spTree>
    <p:extLst>
      <p:ext uri="{BB962C8B-B14F-4D97-AF65-F5344CB8AC3E}">
        <p14:creationId xmlns:p14="http://schemas.microsoft.com/office/powerpoint/2010/main" val="301356926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algn="l"/>
            <a:r>
              <a:rPr lang="de-DE" smtClean="0"/>
              <a:t>Page </a:t>
            </a:r>
            <a:fld id="{3FD030EF-7044-4946-962A-5D7D09BD1B34}" type="slidenum">
              <a:rPr lang="de-DE" smtClean="0"/>
              <a:pPr algn="l"/>
              <a:t>31</a:t>
            </a:fld>
            <a:endParaRPr lang="de-DE" dirty="0"/>
          </a:p>
        </p:txBody>
      </p:sp>
      <p:sp>
        <p:nvSpPr>
          <p:cNvPr id="7" name="Title 1"/>
          <p:cNvSpPr>
            <a:spLocks noGrp="1"/>
          </p:cNvSpPr>
          <p:nvPr>
            <p:ph type="title"/>
          </p:nvPr>
        </p:nvSpPr>
        <p:spPr>
          <a:xfrm>
            <a:off x="1080000" y="764704"/>
            <a:ext cx="8520000" cy="614494"/>
          </a:xfrm>
        </p:spPr>
        <p:txBody>
          <a:bodyPr/>
          <a:lstStyle/>
          <a:p>
            <a:r>
              <a:rPr lang="en-US" dirty="0"/>
              <a:t>USER </a:t>
            </a:r>
            <a:r>
              <a:rPr lang="en-US" dirty="0" smtClean="0"/>
              <a:t>GUIDANCE</a:t>
            </a:r>
            <a:endParaRPr lang="en-US" dirty="0"/>
          </a:p>
        </p:txBody>
      </p:sp>
      <p:sp>
        <p:nvSpPr>
          <p:cNvPr id="8" name="Content Placeholder 7"/>
          <p:cNvSpPr>
            <a:spLocks noGrp="1"/>
          </p:cNvSpPr>
          <p:nvPr>
            <p:ph idx="1"/>
          </p:nvPr>
        </p:nvSpPr>
        <p:spPr>
          <a:xfrm>
            <a:off x="1487488" y="1684139"/>
            <a:ext cx="10216511" cy="368884"/>
          </a:xfrm>
        </p:spPr>
        <p:txBody>
          <a:bodyPr/>
          <a:lstStyle/>
          <a:p>
            <a:pPr marL="0" indent="0">
              <a:buNone/>
            </a:pPr>
            <a:r>
              <a:rPr lang="en-US" sz="2200" b="1" dirty="0" smtClean="0">
                <a:solidFill>
                  <a:srgbClr val="FF0000"/>
                </a:solidFill>
              </a:rPr>
              <a:t>Rename</a:t>
            </a:r>
            <a:endParaRPr lang="en-US"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91744" y="2564904"/>
            <a:ext cx="4921129" cy="2043961"/>
          </a:xfrm>
          <a:prstGeom prst="rect">
            <a:avLst/>
          </a:prstGeom>
        </p:spPr>
      </p:pic>
    </p:spTree>
    <p:extLst>
      <p:ext uri="{BB962C8B-B14F-4D97-AF65-F5344CB8AC3E}">
        <p14:creationId xmlns:p14="http://schemas.microsoft.com/office/powerpoint/2010/main" val="118094724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algn="l"/>
            <a:r>
              <a:rPr lang="de-DE" smtClean="0"/>
              <a:t>Page </a:t>
            </a:r>
            <a:fld id="{3FD030EF-7044-4946-962A-5D7D09BD1B34}" type="slidenum">
              <a:rPr lang="de-DE" smtClean="0"/>
              <a:pPr algn="l"/>
              <a:t>32</a:t>
            </a:fld>
            <a:endParaRPr lang="de-DE" dirty="0"/>
          </a:p>
        </p:txBody>
      </p:sp>
      <p:sp>
        <p:nvSpPr>
          <p:cNvPr id="7" name="Title 1"/>
          <p:cNvSpPr>
            <a:spLocks noGrp="1"/>
          </p:cNvSpPr>
          <p:nvPr>
            <p:ph type="title"/>
          </p:nvPr>
        </p:nvSpPr>
        <p:spPr>
          <a:xfrm>
            <a:off x="1080000" y="764704"/>
            <a:ext cx="8520000" cy="614494"/>
          </a:xfrm>
        </p:spPr>
        <p:txBody>
          <a:bodyPr/>
          <a:lstStyle/>
          <a:p>
            <a:r>
              <a:rPr lang="en-US" dirty="0"/>
              <a:t>USER </a:t>
            </a:r>
            <a:r>
              <a:rPr lang="en-US" dirty="0" smtClean="0"/>
              <a:t>GUIDANCE</a:t>
            </a:r>
            <a:endParaRPr lang="en-US" dirty="0"/>
          </a:p>
        </p:txBody>
      </p:sp>
      <p:sp>
        <p:nvSpPr>
          <p:cNvPr id="8" name="Content Placeholder 7"/>
          <p:cNvSpPr>
            <a:spLocks noGrp="1"/>
          </p:cNvSpPr>
          <p:nvPr>
            <p:ph idx="1"/>
          </p:nvPr>
        </p:nvSpPr>
        <p:spPr>
          <a:xfrm>
            <a:off x="1487488" y="1684139"/>
            <a:ext cx="10216511" cy="4118050"/>
          </a:xfrm>
        </p:spPr>
        <p:txBody>
          <a:bodyPr/>
          <a:lstStyle/>
          <a:p>
            <a:pPr marL="0" indent="0">
              <a:buNone/>
            </a:pPr>
            <a:r>
              <a:rPr lang="en-US" sz="2200" b="1" dirty="0" smtClean="0">
                <a:solidFill>
                  <a:srgbClr val="FF0000"/>
                </a:solidFill>
              </a:rPr>
              <a:t>Delete</a:t>
            </a:r>
          </a:p>
          <a:p>
            <a:pPr marL="0" indent="0">
              <a:buNone/>
            </a:pPr>
            <a:r>
              <a:rPr lang="en-US" sz="2200" dirty="0" smtClean="0"/>
              <a:t>Remove files/folders from subversion</a:t>
            </a:r>
          </a:p>
          <a:p>
            <a:pPr marL="0" indent="0">
              <a:buNone/>
            </a:pPr>
            <a:r>
              <a:rPr lang="en-US" sz="2200" dirty="0"/>
              <a:t>Pre-condition</a:t>
            </a:r>
            <a:r>
              <a:rPr lang="en-US" sz="2200" dirty="0" smtClean="0"/>
              <a:t>: locked/deleted/modified</a:t>
            </a:r>
            <a:endParaRPr lang="en-US" sz="2200" dirty="0"/>
          </a:p>
          <a:p>
            <a:pPr marL="0" indent="0">
              <a:buNone/>
            </a:pPr>
            <a:r>
              <a:rPr lang="en-US" sz="2200" dirty="0"/>
              <a:t>Post-condition: </a:t>
            </a:r>
            <a:endParaRPr lang="en-US" sz="2200" dirty="0" smtClean="0"/>
          </a:p>
          <a:p>
            <a:pPr>
              <a:buFont typeface="Wingdings" panose="05000000000000000000" pitchFamily="2" charset="2"/>
              <a:buChar char="Ø"/>
            </a:pPr>
            <a:r>
              <a:rPr lang="en-US" sz="2200" dirty="0"/>
              <a:t>Right click on the </a:t>
            </a:r>
            <a:r>
              <a:rPr lang="en-US" sz="2200" dirty="0" smtClean="0"/>
              <a:t>file/folder</a:t>
            </a:r>
            <a:r>
              <a:rPr lang="en-US" sz="2200" dirty="0"/>
              <a:t>.</a:t>
            </a:r>
          </a:p>
          <a:p>
            <a:pPr>
              <a:buFont typeface="Wingdings" panose="05000000000000000000" pitchFamily="2" charset="2"/>
              <a:buChar char="Ø"/>
            </a:pPr>
            <a:r>
              <a:rPr lang="en-US" sz="2200" dirty="0"/>
              <a:t>Choose </a:t>
            </a:r>
            <a:r>
              <a:rPr lang="en-US" sz="2200" dirty="0" err="1"/>
              <a:t>TortoiseSVN</a:t>
            </a:r>
            <a:r>
              <a:rPr lang="en-US" sz="2200" dirty="0"/>
              <a:t> </a:t>
            </a:r>
            <a:r>
              <a:rPr lang="en-US" sz="2200" dirty="0">
                <a:sym typeface="Wingdings" panose="05000000000000000000" pitchFamily="2" charset="2"/>
              </a:rPr>
              <a:t> </a:t>
            </a:r>
            <a:r>
              <a:rPr lang="en-US" sz="2200" dirty="0" smtClean="0">
                <a:sym typeface="Wingdings" panose="05000000000000000000" pitchFamily="2" charset="2"/>
              </a:rPr>
              <a:t>Delete</a:t>
            </a:r>
            <a:endParaRPr lang="en-US" sz="2200" dirty="0"/>
          </a:p>
          <a:p>
            <a:pPr marL="0" indent="0">
              <a:buNone/>
            </a:pPr>
            <a:endParaRPr lang="en-US" dirty="0"/>
          </a:p>
        </p:txBody>
      </p:sp>
    </p:spTree>
    <p:extLst>
      <p:ext uri="{BB962C8B-B14F-4D97-AF65-F5344CB8AC3E}">
        <p14:creationId xmlns:p14="http://schemas.microsoft.com/office/powerpoint/2010/main" val="85713255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algn="l"/>
            <a:r>
              <a:rPr lang="de-DE" smtClean="0"/>
              <a:t>Page </a:t>
            </a:r>
            <a:fld id="{3FD030EF-7044-4946-962A-5D7D09BD1B34}" type="slidenum">
              <a:rPr lang="de-DE" smtClean="0"/>
              <a:pPr algn="l"/>
              <a:t>33</a:t>
            </a:fld>
            <a:endParaRPr lang="de-DE" dirty="0"/>
          </a:p>
        </p:txBody>
      </p:sp>
      <p:sp>
        <p:nvSpPr>
          <p:cNvPr id="7" name="Title 1"/>
          <p:cNvSpPr>
            <a:spLocks noGrp="1"/>
          </p:cNvSpPr>
          <p:nvPr>
            <p:ph type="title"/>
          </p:nvPr>
        </p:nvSpPr>
        <p:spPr>
          <a:xfrm>
            <a:off x="1080000" y="764704"/>
            <a:ext cx="8520000" cy="614494"/>
          </a:xfrm>
        </p:spPr>
        <p:txBody>
          <a:bodyPr/>
          <a:lstStyle/>
          <a:p>
            <a:r>
              <a:rPr lang="en-US" dirty="0"/>
              <a:t>USER </a:t>
            </a:r>
            <a:r>
              <a:rPr lang="en-US" dirty="0" smtClean="0"/>
              <a:t>GUIDANCE</a:t>
            </a:r>
            <a:endParaRPr lang="en-US" dirty="0"/>
          </a:p>
        </p:txBody>
      </p:sp>
      <p:sp>
        <p:nvSpPr>
          <p:cNvPr id="8" name="Content Placeholder 7"/>
          <p:cNvSpPr>
            <a:spLocks noGrp="1"/>
          </p:cNvSpPr>
          <p:nvPr>
            <p:ph idx="1"/>
          </p:nvPr>
        </p:nvSpPr>
        <p:spPr>
          <a:xfrm>
            <a:off x="1487488" y="1684139"/>
            <a:ext cx="10216511" cy="368884"/>
          </a:xfrm>
        </p:spPr>
        <p:txBody>
          <a:bodyPr/>
          <a:lstStyle/>
          <a:p>
            <a:pPr marL="0" indent="0">
              <a:buNone/>
            </a:pPr>
            <a:r>
              <a:rPr lang="en-US" sz="2200" b="1" dirty="0" smtClean="0">
                <a:solidFill>
                  <a:srgbClr val="FF0000"/>
                </a:solidFill>
              </a:rPr>
              <a:t>Delete</a:t>
            </a:r>
            <a:endParaRPr lang="en-US"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49756" y="1868581"/>
            <a:ext cx="4692562" cy="4253397"/>
          </a:xfrm>
          <a:prstGeom prst="rect">
            <a:avLst/>
          </a:prstGeom>
        </p:spPr>
      </p:pic>
    </p:spTree>
    <p:extLst>
      <p:ext uri="{BB962C8B-B14F-4D97-AF65-F5344CB8AC3E}">
        <p14:creationId xmlns:p14="http://schemas.microsoft.com/office/powerpoint/2010/main" val="116532066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algn="l"/>
            <a:r>
              <a:rPr lang="de-DE" smtClean="0"/>
              <a:t>Page </a:t>
            </a:r>
            <a:fld id="{3FD030EF-7044-4946-962A-5D7D09BD1B34}" type="slidenum">
              <a:rPr lang="de-DE" smtClean="0"/>
              <a:pPr algn="l"/>
              <a:t>34</a:t>
            </a:fld>
            <a:endParaRPr lang="de-DE" dirty="0"/>
          </a:p>
        </p:txBody>
      </p:sp>
      <p:sp>
        <p:nvSpPr>
          <p:cNvPr id="7" name="Title 1"/>
          <p:cNvSpPr>
            <a:spLocks noGrp="1"/>
          </p:cNvSpPr>
          <p:nvPr>
            <p:ph type="title"/>
          </p:nvPr>
        </p:nvSpPr>
        <p:spPr>
          <a:xfrm>
            <a:off x="1080000" y="764704"/>
            <a:ext cx="8520000" cy="614494"/>
          </a:xfrm>
        </p:spPr>
        <p:txBody>
          <a:bodyPr/>
          <a:lstStyle/>
          <a:p>
            <a:r>
              <a:rPr lang="en-US" dirty="0"/>
              <a:t>USER </a:t>
            </a:r>
            <a:r>
              <a:rPr lang="en-US" dirty="0" smtClean="0"/>
              <a:t>GUIDANCE</a:t>
            </a:r>
            <a:endParaRPr lang="en-US" dirty="0"/>
          </a:p>
        </p:txBody>
      </p:sp>
      <p:sp>
        <p:nvSpPr>
          <p:cNvPr id="8" name="Content Placeholder 7"/>
          <p:cNvSpPr>
            <a:spLocks noGrp="1"/>
          </p:cNvSpPr>
          <p:nvPr>
            <p:ph idx="1"/>
          </p:nvPr>
        </p:nvSpPr>
        <p:spPr>
          <a:xfrm>
            <a:off x="1323819" y="1700808"/>
            <a:ext cx="10216511" cy="4118050"/>
          </a:xfrm>
        </p:spPr>
        <p:txBody>
          <a:bodyPr/>
          <a:lstStyle/>
          <a:p>
            <a:pPr marL="0" indent="0">
              <a:buNone/>
            </a:pPr>
            <a:r>
              <a:rPr lang="en-US" sz="2200" b="1" dirty="0" smtClean="0">
                <a:solidFill>
                  <a:srgbClr val="FF0000"/>
                </a:solidFill>
              </a:rPr>
              <a:t>Revert</a:t>
            </a:r>
          </a:p>
          <a:p>
            <a:pPr marL="0" indent="0">
              <a:buNone/>
            </a:pPr>
            <a:r>
              <a:rPr lang="en-US" sz="2200" dirty="0" smtClean="0"/>
              <a:t>Revert any local changes to a file/folder</a:t>
            </a:r>
          </a:p>
          <a:p>
            <a:pPr marL="0" indent="0">
              <a:buNone/>
            </a:pPr>
            <a:r>
              <a:rPr lang="en-US" sz="2200" dirty="0"/>
              <a:t>Pre-condition</a:t>
            </a:r>
            <a:r>
              <a:rPr lang="en-US" sz="2200" dirty="0" smtClean="0"/>
              <a:t>: normal/deleted/modified</a:t>
            </a:r>
            <a:endParaRPr lang="en-US" sz="2200" dirty="0"/>
          </a:p>
          <a:p>
            <a:pPr marL="0" indent="0">
              <a:buNone/>
            </a:pPr>
            <a:r>
              <a:rPr lang="en-US" sz="2200" dirty="0"/>
              <a:t>Post-condition: </a:t>
            </a:r>
            <a:endParaRPr lang="en-US" sz="2200" dirty="0" smtClean="0"/>
          </a:p>
          <a:p>
            <a:pPr>
              <a:buFont typeface="Wingdings" panose="05000000000000000000" pitchFamily="2" charset="2"/>
              <a:buChar char="Ø"/>
            </a:pPr>
            <a:r>
              <a:rPr lang="en-US" sz="2200" dirty="0"/>
              <a:t>Right click on the file/folder.</a:t>
            </a:r>
          </a:p>
          <a:p>
            <a:pPr>
              <a:buFont typeface="Wingdings" panose="05000000000000000000" pitchFamily="2" charset="2"/>
              <a:buChar char="Ø"/>
            </a:pPr>
            <a:r>
              <a:rPr lang="en-US" sz="2200" dirty="0"/>
              <a:t>Choose </a:t>
            </a:r>
            <a:r>
              <a:rPr lang="en-US" sz="2200" dirty="0" err="1"/>
              <a:t>TortoiseSVN</a:t>
            </a:r>
            <a:r>
              <a:rPr lang="en-US" sz="2200" dirty="0"/>
              <a:t> </a:t>
            </a:r>
            <a:r>
              <a:rPr lang="en-US" sz="2200" dirty="0">
                <a:sym typeface="Wingdings" panose="05000000000000000000" pitchFamily="2" charset="2"/>
              </a:rPr>
              <a:t> </a:t>
            </a:r>
            <a:r>
              <a:rPr lang="en-US" sz="2200" dirty="0" smtClean="0">
                <a:sym typeface="Wingdings" panose="05000000000000000000" pitchFamily="2" charset="2"/>
              </a:rPr>
              <a:t>Revert</a:t>
            </a:r>
            <a:endParaRPr lang="en-US" sz="2200" dirty="0"/>
          </a:p>
          <a:p>
            <a:pPr marL="0" indent="0">
              <a:buNone/>
            </a:pPr>
            <a:endParaRPr lang="en-US" dirty="0"/>
          </a:p>
        </p:txBody>
      </p:sp>
    </p:spTree>
    <p:extLst>
      <p:ext uri="{BB962C8B-B14F-4D97-AF65-F5344CB8AC3E}">
        <p14:creationId xmlns:p14="http://schemas.microsoft.com/office/powerpoint/2010/main" val="37264535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algn="l"/>
            <a:r>
              <a:rPr lang="de-DE" smtClean="0"/>
              <a:t>Page </a:t>
            </a:r>
            <a:fld id="{3FD030EF-7044-4946-962A-5D7D09BD1B34}" type="slidenum">
              <a:rPr lang="de-DE" smtClean="0"/>
              <a:pPr algn="l"/>
              <a:t>35</a:t>
            </a:fld>
            <a:endParaRPr lang="de-DE" dirty="0"/>
          </a:p>
        </p:txBody>
      </p:sp>
      <p:sp>
        <p:nvSpPr>
          <p:cNvPr id="7" name="Title 1"/>
          <p:cNvSpPr>
            <a:spLocks noGrp="1"/>
          </p:cNvSpPr>
          <p:nvPr>
            <p:ph type="title"/>
          </p:nvPr>
        </p:nvSpPr>
        <p:spPr>
          <a:xfrm>
            <a:off x="1080000" y="764704"/>
            <a:ext cx="8520000" cy="614494"/>
          </a:xfrm>
        </p:spPr>
        <p:txBody>
          <a:bodyPr/>
          <a:lstStyle/>
          <a:p>
            <a:r>
              <a:rPr lang="en-US" dirty="0"/>
              <a:t>USER </a:t>
            </a:r>
            <a:r>
              <a:rPr lang="en-US" dirty="0" smtClean="0"/>
              <a:t>GUIDANCE</a:t>
            </a:r>
            <a:endParaRPr lang="en-US" dirty="0"/>
          </a:p>
        </p:txBody>
      </p:sp>
      <p:sp>
        <p:nvSpPr>
          <p:cNvPr id="8" name="Content Placeholder 7"/>
          <p:cNvSpPr>
            <a:spLocks noGrp="1"/>
          </p:cNvSpPr>
          <p:nvPr>
            <p:ph idx="1"/>
          </p:nvPr>
        </p:nvSpPr>
        <p:spPr>
          <a:xfrm>
            <a:off x="1323819" y="1700808"/>
            <a:ext cx="10216511" cy="368884"/>
          </a:xfrm>
        </p:spPr>
        <p:txBody>
          <a:bodyPr/>
          <a:lstStyle/>
          <a:p>
            <a:pPr marL="0" indent="0">
              <a:buNone/>
            </a:pPr>
            <a:r>
              <a:rPr lang="en-US" sz="2200" b="1" dirty="0" smtClean="0">
                <a:solidFill>
                  <a:srgbClr val="FF0000"/>
                </a:solidFill>
              </a:rPr>
              <a:t>Revert</a:t>
            </a:r>
            <a:endParaRPr lang="en-US"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87688" y="1753090"/>
            <a:ext cx="5223273" cy="4203344"/>
          </a:xfrm>
          <a:prstGeom prst="rect">
            <a:avLst/>
          </a:prstGeom>
        </p:spPr>
      </p:pic>
    </p:spTree>
    <p:extLst>
      <p:ext uri="{BB962C8B-B14F-4D97-AF65-F5344CB8AC3E}">
        <p14:creationId xmlns:p14="http://schemas.microsoft.com/office/powerpoint/2010/main" val="279029251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algn="l"/>
            <a:r>
              <a:rPr lang="de-DE" smtClean="0"/>
              <a:t>Page </a:t>
            </a:r>
            <a:fld id="{3FD030EF-7044-4946-962A-5D7D09BD1B34}" type="slidenum">
              <a:rPr lang="de-DE" smtClean="0"/>
              <a:pPr algn="l"/>
              <a:t>36</a:t>
            </a:fld>
            <a:endParaRPr lang="de-DE" dirty="0"/>
          </a:p>
        </p:txBody>
      </p:sp>
      <p:sp>
        <p:nvSpPr>
          <p:cNvPr id="7" name="Title 1"/>
          <p:cNvSpPr>
            <a:spLocks noGrp="1"/>
          </p:cNvSpPr>
          <p:nvPr>
            <p:ph type="title"/>
          </p:nvPr>
        </p:nvSpPr>
        <p:spPr>
          <a:xfrm>
            <a:off x="1080000" y="764704"/>
            <a:ext cx="8520000" cy="614494"/>
          </a:xfrm>
        </p:spPr>
        <p:txBody>
          <a:bodyPr/>
          <a:lstStyle/>
          <a:p>
            <a:r>
              <a:rPr lang="en-US" dirty="0"/>
              <a:t>USER </a:t>
            </a:r>
            <a:r>
              <a:rPr lang="en-US" dirty="0" smtClean="0"/>
              <a:t>GUIDANCE</a:t>
            </a:r>
            <a:endParaRPr lang="en-US" dirty="0"/>
          </a:p>
        </p:txBody>
      </p:sp>
      <p:sp>
        <p:nvSpPr>
          <p:cNvPr id="8" name="Content Placeholder 7"/>
          <p:cNvSpPr>
            <a:spLocks noGrp="1"/>
          </p:cNvSpPr>
          <p:nvPr>
            <p:ph idx="1"/>
          </p:nvPr>
        </p:nvSpPr>
        <p:spPr>
          <a:xfrm>
            <a:off x="1487488" y="1684139"/>
            <a:ext cx="10216511" cy="4524315"/>
          </a:xfrm>
        </p:spPr>
        <p:txBody>
          <a:bodyPr/>
          <a:lstStyle/>
          <a:p>
            <a:pPr marL="0" indent="0">
              <a:buNone/>
            </a:pPr>
            <a:r>
              <a:rPr lang="en-US" sz="2200" b="1" dirty="0" smtClean="0">
                <a:solidFill>
                  <a:srgbClr val="FF0000"/>
                </a:solidFill>
              </a:rPr>
              <a:t>Clean </a:t>
            </a:r>
            <a:r>
              <a:rPr lang="en-US" sz="2200" b="1" dirty="0" smtClean="0">
                <a:solidFill>
                  <a:srgbClr val="FF0000"/>
                </a:solidFill>
              </a:rPr>
              <a:t>up (folder)</a:t>
            </a:r>
            <a:endParaRPr lang="en-US" sz="2200" b="1" dirty="0" smtClean="0">
              <a:solidFill>
                <a:srgbClr val="FF0000"/>
              </a:solidFill>
            </a:endParaRPr>
          </a:p>
          <a:p>
            <a:pPr marL="0" indent="0">
              <a:buNone/>
            </a:pPr>
            <a:r>
              <a:rPr lang="en-US" sz="2200" dirty="0" smtClean="0"/>
              <a:t>Recursively clean up the working copy, removing working copy locks and resuming unfinished operations</a:t>
            </a:r>
          </a:p>
          <a:p>
            <a:pPr marL="0" indent="0">
              <a:buNone/>
            </a:pPr>
            <a:r>
              <a:rPr lang="en-US" sz="2200" dirty="0"/>
              <a:t>Pre-condition</a:t>
            </a:r>
            <a:r>
              <a:rPr lang="en-US" sz="2200" dirty="0" smtClean="0"/>
              <a:t>: normal </a:t>
            </a:r>
            <a:endParaRPr lang="en-US" sz="2200" dirty="0"/>
          </a:p>
          <a:p>
            <a:pPr marL="0" indent="0">
              <a:buNone/>
            </a:pPr>
            <a:r>
              <a:rPr lang="en-US" sz="2200" dirty="0"/>
              <a:t>Post-condition: </a:t>
            </a:r>
            <a:endParaRPr lang="en-US" sz="2200" dirty="0" smtClean="0"/>
          </a:p>
          <a:p>
            <a:pPr>
              <a:buFont typeface="Wingdings" panose="05000000000000000000" pitchFamily="2" charset="2"/>
              <a:buChar char="Ø"/>
            </a:pPr>
            <a:r>
              <a:rPr lang="en-US" sz="2200" dirty="0"/>
              <a:t>Right click on the </a:t>
            </a:r>
            <a:r>
              <a:rPr lang="en-US" sz="2200" dirty="0" smtClean="0"/>
              <a:t>folder</a:t>
            </a:r>
            <a:r>
              <a:rPr lang="en-US" sz="2200" dirty="0"/>
              <a:t>.</a:t>
            </a:r>
          </a:p>
          <a:p>
            <a:pPr>
              <a:buFont typeface="Wingdings" panose="05000000000000000000" pitchFamily="2" charset="2"/>
              <a:buChar char="Ø"/>
            </a:pPr>
            <a:r>
              <a:rPr lang="en-US" sz="2200" dirty="0"/>
              <a:t>Choose </a:t>
            </a:r>
            <a:r>
              <a:rPr lang="en-US" sz="2200" dirty="0" err="1"/>
              <a:t>TortoiseSVN</a:t>
            </a:r>
            <a:r>
              <a:rPr lang="en-US" sz="2200" dirty="0"/>
              <a:t> </a:t>
            </a:r>
            <a:r>
              <a:rPr lang="en-US" sz="2200" dirty="0">
                <a:sym typeface="Wingdings" panose="05000000000000000000" pitchFamily="2" charset="2"/>
              </a:rPr>
              <a:t> </a:t>
            </a:r>
            <a:r>
              <a:rPr lang="en-US" sz="2200" dirty="0" smtClean="0">
                <a:sym typeface="Wingdings" panose="05000000000000000000" pitchFamily="2" charset="2"/>
              </a:rPr>
              <a:t>Clean up</a:t>
            </a:r>
            <a:endParaRPr lang="en-US" sz="2200" dirty="0"/>
          </a:p>
          <a:p>
            <a:pPr marL="0" indent="0">
              <a:buNone/>
            </a:pPr>
            <a:endParaRPr lang="en-US" dirty="0"/>
          </a:p>
        </p:txBody>
      </p:sp>
    </p:spTree>
    <p:extLst>
      <p:ext uri="{BB962C8B-B14F-4D97-AF65-F5344CB8AC3E}">
        <p14:creationId xmlns:p14="http://schemas.microsoft.com/office/powerpoint/2010/main" val="415160703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algn="l"/>
            <a:r>
              <a:rPr lang="de-DE" smtClean="0"/>
              <a:t>Page </a:t>
            </a:r>
            <a:fld id="{3FD030EF-7044-4946-962A-5D7D09BD1B34}" type="slidenum">
              <a:rPr lang="de-DE" smtClean="0"/>
              <a:pPr algn="l"/>
              <a:t>37</a:t>
            </a:fld>
            <a:endParaRPr lang="de-DE" dirty="0"/>
          </a:p>
        </p:txBody>
      </p:sp>
      <p:sp>
        <p:nvSpPr>
          <p:cNvPr id="7" name="Title 1"/>
          <p:cNvSpPr>
            <a:spLocks noGrp="1"/>
          </p:cNvSpPr>
          <p:nvPr>
            <p:ph type="title"/>
          </p:nvPr>
        </p:nvSpPr>
        <p:spPr>
          <a:xfrm>
            <a:off x="1080000" y="764704"/>
            <a:ext cx="8520000" cy="614494"/>
          </a:xfrm>
        </p:spPr>
        <p:txBody>
          <a:bodyPr/>
          <a:lstStyle/>
          <a:p>
            <a:r>
              <a:rPr lang="en-US" dirty="0"/>
              <a:t>USER </a:t>
            </a:r>
            <a:r>
              <a:rPr lang="en-US" dirty="0" smtClean="0"/>
              <a:t>GUIDANCE</a:t>
            </a:r>
            <a:endParaRPr lang="en-US" dirty="0"/>
          </a:p>
        </p:txBody>
      </p:sp>
      <p:sp>
        <p:nvSpPr>
          <p:cNvPr id="8" name="Content Placeholder 7"/>
          <p:cNvSpPr>
            <a:spLocks noGrp="1"/>
          </p:cNvSpPr>
          <p:nvPr>
            <p:ph idx="1"/>
          </p:nvPr>
        </p:nvSpPr>
        <p:spPr>
          <a:xfrm>
            <a:off x="1487488" y="1684139"/>
            <a:ext cx="10216511" cy="368884"/>
          </a:xfrm>
        </p:spPr>
        <p:txBody>
          <a:bodyPr/>
          <a:lstStyle/>
          <a:p>
            <a:pPr marL="0" indent="0">
              <a:buNone/>
            </a:pPr>
            <a:r>
              <a:rPr lang="en-US" sz="2200" b="1" dirty="0" smtClean="0">
                <a:solidFill>
                  <a:srgbClr val="FF0000"/>
                </a:solidFill>
              </a:rPr>
              <a:t>Clean </a:t>
            </a:r>
            <a:r>
              <a:rPr lang="en-US" sz="2200" b="1" dirty="0">
                <a:solidFill>
                  <a:srgbClr val="FF0000"/>
                </a:solidFill>
              </a:rPr>
              <a:t>up</a:t>
            </a:r>
            <a:endParaRPr lang="en-US"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95737" y="2286697"/>
            <a:ext cx="5400600" cy="3536434"/>
          </a:xfrm>
          <a:prstGeom prst="rect">
            <a:avLst/>
          </a:prstGeom>
        </p:spPr>
      </p:pic>
    </p:spTree>
    <p:extLst>
      <p:ext uri="{BB962C8B-B14F-4D97-AF65-F5344CB8AC3E}">
        <p14:creationId xmlns:p14="http://schemas.microsoft.com/office/powerpoint/2010/main" val="10293963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algn="l"/>
            <a:r>
              <a:rPr lang="de-DE" smtClean="0"/>
              <a:t>Page </a:t>
            </a:r>
            <a:fld id="{3FD030EF-7044-4946-962A-5D7D09BD1B34}" type="slidenum">
              <a:rPr lang="de-DE" smtClean="0"/>
              <a:pPr algn="l"/>
              <a:t>38</a:t>
            </a:fld>
            <a:endParaRPr lang="de-DE" dirty="0"/>
          </a:p>
        </p:txBody>
      </p:sp>
      <p:sp>
        <p:nvSpPr>
          <p:cNvPr id="7" name="Title 1"/>
          <p:cNvSpPr>
            <a:spLocks noGrp="1"/>
          </p:cNvSpPr>
          <p:nvPr>
            <p:ph type="title"/>
          </p:nvPr>
        </p:nvSpPr>
        <p:spPr>
          <a:xfrm>
            <a:off x="1080000" y="764704"/>
            <a:ext cx="8520000" cy="614494"/>
          </a:xfrm>
        </p:spPr>
        <p:txBody>
          <a:bodyPr/>
          <a:lstStyle/>
          <a:p>
            <a:r>
              <a:rPr lang="en-US" dirty="0"/>
              <a:t>USER </a:t>
            </a:r>
            <a:r>
              <a:rPr lang="en-US" dirty="0" smtClean="0"/>
              <a:t>GUIDANCE</a:t>
            </a:r>
            <a:endParaRPr lang="en-US" dirty="0"/>
          </a:p>
        </p:txBody>
      </p:sp>
      <p:sp>
        <p:nvSpPr>
          <p:cNvPr id="8" name="Content Placeholder 7"/>
          <p:cNvSpPr>
            <a:spLocks noGrp="1"/>
          </p:cNvSpPr>
          <p:nvPr>
            <p:ph idx="1"/>
          </p:nvPr>
        </p:nvSpPr>
        <p:spPr>
          <a:xfrm>
            <a:off x="1487488" y="1684139"/>
            <a:ext cx="10216511" cy="4524315"/>
          </a:xfrm>
        </p:spPr>
        <p:txBody>
          <a:bodyPr/>
          <a:lstStyle/>
          <a:p>
            <a:pPr marL="0" indent="0">
              <a:buNone/>
            </a:pPr>
            <a:r>
              <a:rPr lang="en-US" sz="2200" b="1" dirty="0" smtClean="0">
                <a:solidFill>
                  <a:srgbClr val="FF0000"/>
                </a:solidFill>
              </a:rPr>
              <a:t>Get Lock</a:t>
            </a:r>
          </a:p>
          <a:p>
            <a:pPr marL="0" indent="0">
              <a:buNone/>
            </a:pPr>
            <a:r>
              <a:rPr lang="en-US" sz="2200" dirty="0" smtClean="0"/>
              <a:t>Lock working copy paths or URL in the repository so that no other can commit changes to them.</a:t>
            </a:r>
          </a:p>
          <a:p>
            <a:pPr marL="0" indent="0">
              <a:buNone/>
            </a:pPr>
            <a:r>
              <a:rPr lang="en-US" sz="2200" dirty="0"/>
              <a:t>Pre-condition</a:t>
            </a:r>
            <a:r>
              <a:rPr lang="en-US" sz="2200" dirty="0" smtClean="0"/>
              <a:t>: normal/deleted/modified</a:t>
            </a:r>
            <a:endParaRPr lang="en-US" sz="2200" dirty="0"/>
          </a:p>
          <a:p>
            <a:pPr marL="0" indent="0">
              <a:buNone/>
            </a:pPr>
            <a:r>
              <a:rPr lang="en-US" sz="2200" dirty="0"/>
              <a:t>Post-condition: </a:t>
            </a:r>
            <a:endParaRPr lang="en-US" sz="2200" dirty="0" smtClean="0"/>
          </a:p>
          <a:p>
            <a:pPr>
              <a:buFont typeface="Wingdings" panose="05000000000000000000" pitchFamily="2" charset="2"/>
              <a:buChar char="Ø"/>
            </a:pPr>
            <a:r>
              <a:rPr lang="en-US" sz="2200" dirty="0"/>
              <a:t>Right click on the file/folder.</a:t>
            </a:r>
          </a:p>
          <a:p>
            <a:pPr>
              <a:buFont typeface="Wingdings" panose="05000000000000000000" pitchFamily="2" charset="2"/>
              <a:buChar char="Ø"/>
            </a:pPr>
            <a:r>
              <a:rPr lang="en-US" sz="2200" dirty="0"/>
              <a:t>Choose </a:t>
            </a:r>
            <a:r>
              <a:rPr lang="en-US" sz="2200" dirty="0" err="1"/>
              <a:t>TortoiseSVN</a:t>
            </a:r>
            <a:r>
              <a:rPr lang="en-US" sz="2200" dirty="0"/>
              <a:t> </a:t>
            </a:r>
            <a:r>
              <a:rPr lang="en-US" sz="2200" dirty="0">
                <a:sym typeface="Wingdings" panose="05000000000000000000" pitchFamily="2" charset="2"/>
              </a:rPr>
              <a:t> </a:t>
            </a:r>
            <a:r>
              <a:rPr lang="en-US" sz="2200" dirty="0" smtClean="0">
                <a:sym typeface="Wingdings" panose="05000000000000000000" pitchFamily="2" charset="2"/>
              </a:rPr>
              <a:t>Get lock</a:t>
            </a:r>
            <a:endParaRPr lang="en-US" sz="2200" dirty="0"/>
          </a:p>
          <a:p>
            <a:pPr marL="0" indent="0">
              <a:buNone/>
            </a:pPr>
            <a:endParaRPr lang="en-US" dirty="0"/>
          </a:p>
        </p:txBody>
      </p:sp>
    </p:spTree>
    <p:extLst>
      <p:ext uri="{BB962C8B-B14F-4D97-AF65-F5344CB8AC3E}">
        <p14:creationId xmlns:p14="http://schemas.microsoft.com/office/powerpoint/2010/main" val="372486021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algn="l"/>
            <a:r>
              <a:rPr lang="de-DE" smtClean="0"/>
              <a:t>Page </a:t>
            </a:r>
            <a:fld id="{3FD030EF-7044-4946-962A-5D7D09BD1B34}" type="slidenum">
              <a:rPr lang="de-DE" smtClean="0"/>
              <a:pPr algn="l"/>
              <a:t>39</a:t>
            </a:fld>
            <a:endParaRPr lang="de-DE" dirty="0"/>
          </a:p>
        </p:txBody>
      </p:sp>
      <p:sp>
        <p:nvSpPr>
          <p:cNvPr id="7" name="Title 1"/>
          <p:cNvSpPr>
            <a:spLocks noGrp="1"/>
          </p:cNvSpPr>
          <p:nvPr>
            <p:ph type="title"/>
          </p:nvPr>
        </p:nvSpPr>
        <p:spPr>
          <a:xfrm>
            <a:off x="1080000" y="764704"/>
            <a:ext cx="8520000" cy="614494"/>
          </a:xfrm>
        </p:spPr>
        <p:txBody>
          <a:bodyPr/>
          <a:lstStyle/>
          <a:p>
            <a:r>
              <a:rPr lang="en-US" dirty="0"/>
              <a:t>USER </a:t>
            </a:r>
            <a:r>
              <a:rPr lang="en-US" dirty="0" smtClean="0"/>
              <a:t>GUIDANCE</a:t>
            </a:r>
            <a:endParaRPr lang="en-US" dirty="0"/>
          </a:p>
        </p:txBody>
      </p:sp>
      <p:sp>
        <p:nvSpPr>
          <p:cNvPr id="8" name="Content Placeholder 7"/>
          <p:cNvSpPr>
            <a:spLocks noGrp="1"/>
          </p:cNvSpPr>
          <p:nvPr>
            <p:ph idx="1"/>
          </p:nvPr>
        </p:nvSpPr>
        <p:spPr>
          <a:xfrm>
            <a:off x="1487488" y="1684139"/>
            <a:ext cx="10216511" cy="368884"/>
          </a:xfrm>
        </p:spPr>
        <p:txBody>
          <a:bodyPr/>
          <a:lstStyle/>
          <a:p>
            <a:pPr marL="0" indent="0">
              <a:buNone/>
            </a:pPr>
            <a:r>
              <a:rPr lang="en-US" sz="2200" b="1" dirty="0" smtClean="0">
                <a:solidFill>
                  <a:srgbClr val="FF0000"/>
                </a:solidFill>
              </a:rPr>
              <a:t>Get Lock</a:t>
            </a:r>
            <a:endParaRPr lang="en-US"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89242" y="1987388"/>
            <a:ext cx="5085666" cy="3833471"/>
          </a:xfrm>
          <a:prstGeom prst="rect">
            <a:avLst/>
          </a:prstGeom>
        </p:spPr>
      </p:pic>
    </p:spTree>
    <p:extLst>
      <p:ext uri="{BB962C8B-B14F-4D97-AF65-F5344CB8AC3E}">
        <p14:creationId xmlns:p14="http://schemas.microsoft.com/office/powerpoint/2010/main" val="379752270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algn="l"/>
            <a:r>
              <a:rPr lang="de-DE" smtClean="0"/>
              <a:t>Page </a:t>
            </a:r>
            <a:fld id="{3FD030EF-7044-4946-962A-5D7D09BD1B34}" type="slidenum">
              <a:rPr lang="de-DE" smtClean="0"/>
              <a:pPr algn="l"/>
              <a:t>40</a:t>
            </a:fld>
            <a:endParaRPr lang="de-DE" dirty="0"/>
          </a:p>
        </p:txBody>
      </p:sp>
      <p:sp>
        <p:nvSpPr>
          <p:cNvPr id="7" name="Title 1"/>
          <p:cNvSpPr>
            <a:spLocks noGrp="1"/>
          </p:cNvSpPr>
          <p:nvPr>
            <p:ph type="title"/>
          </p:nvPr>
        </p:nvSpPr>
        <p:spPr>
          <a:xfrm>
            <a:off x="1080000" y="764704"/>
            <a:ext cx="8520000" cy="614494"/>
          </a:xfrm>
        </p:spPr>
        <p:txBody>
          <a:bodyPr/>
          <a:lstStyle/>
          <a:p>
            <a:r>
              <a:rPr lang="en-US" dirty="0"/>
              <a:t>USER </a:t>
            </a:r>
            <a:r>
              <a:rPr lang="en-US" dirty="0" smtClean="0"/>
              <a:t>GUIDANCE</a:t>
            </a:r>
            <a:endParaRPr lang="en-US" dirty="0"/>
          </a:p>
        </p:txBody>
      </p:sp>
      <p:sp>
        <p:nvSpPr>
          <p:cNvPr id="8" name="Content Placeholder 7"/>
          <p:cNvSpPr>
            <a:spLocks noGrp="1"/>
          </p:cNvSpPr>
          <p:nvPr>
            <p:ph idx="1"/>
          </p:nvPr>
        </p:nvSpPr>
        <p:spPr>
          <a:xfrm>
            <a:off x="1487488" y="1684139"/>
            <a:ext cx="10216511" cy="4118050"/>
          </a:xfrm>
        </p:spPr>
        <p:txBody>
          <a:bodyPr/>
          <a:lstStyle/>
          <a:p>
            <a:pPr marL="0" indent="0">
              <a:buNone/>
            </a:pPr>
            <a:r>
              <a:rPr lang="en-US" sz="2200" b="1" dirty="0" smtClean="0">
                <a:solidFill>
                  <a:srgbClr val="FF0000"/>
                </a:solidFill>
              </a:rPr>
              <a:t>Release Lock</a:t>
            </a:r>
          </a:p>
          <a:p>
            <a:pPr marL="0" indent="0">
              <a:buNone/>
            </a:pPr>
            <a:r>
              <a:rPr lang="en-US" sz="2200" dirty="0" smtClean="0"/>
              <a:t>To unlock locked file/folder.</a:t>
            </a:r>
          </a:p>
          <a:p>
            <a:pPr marL="0" indent="0">
              <a:buNone/>
            </a:pPr>
            <a:r>
              <a:rPr lang="en-US" sz="2200" dirty="0"/>
              <a:t>Pre-condition</a:t>
            </a:r>
            <a:r>
              <a:rPr lang="en-US" sz="2200" dirty="0" smtClean="0"/>
              <a:t>: locked</a:t>
            </a:r>
            <a:endParaRPr lang="en-US" sz="2200" dirty="0"/>
          </a:p>
          <a:p>
            <a:pPr marL="0" indent="0">
              <a:buNone/>
            </a:pPr>
            <a:r>
              <a:rPr lang="en-US" sz="2200" dirty="0"/>
              <a:t>Post-condition: </a:t>
            </a:r>
            <a:endParaRPr lang="en-US" sz="2200" dirty="0" smtClean="0"/>
          </a:p>
          <a:p>
            <a:pPr>
              <a:buFont typeface="Wingdings" panose="05000000000000000000" pitchFamily="2" charset="2"/>
              <a:buChar char="Ø"/>
            </a:pPr>
            <a:r>
              <a:rPr lang="en-US" sz="2200" dirty="0"/>
              <a:t>Right click on the file/folder.</a:t>
            </a:r>
          </a:p>
          <a:p>
            <a:pPr>
              <a:buFont typeface="Wingdings" panose="05000000000000000000" pitchFamily="2" charset="2"/>
              <a:buChar char="Ø"/>
            </a:pPr>
            <a:r>
              <a:rPr lang="en-US" sz="2200" dirty="0"/>
              <a:t>Choose </a:t>
            </a:r>
            <a:r>
              <a:rPr lang="en-US" sz="2200" dirty="0" err="1"/>
              <a:t>TortoiseSVN</a:t>
            </a:r>
            <a:r>
              <a:rPr lang="en-US" sz="2200" dirty="0"/>
              <a:t> </a:t>
            </a:r>
            <a:r>
              <a:rPr lang="en-US" sz="2200" dirty="0">
                <a:sym typeface="Wingdings" panose="05000000000000000000" pitchFamily="2" charset="2"/>
              </a:rPr>
              <a:t> </a:t>
            </a:r>
            <a:r>
              <a:rPr lang="en-US" sz="2200" dirty="0" smtClean="0">
                <a:sym typeface="Wingdings" panose="05000000000000000000" pitchFamily="2" charset="2"/>
              </a:rPr>
              <a:t>Release lock</a:t>
            </a:r>
            <a:endParaRPr lang="en-US" sz="2200" dirty="0"/>
          </a:p>
          <a:p>
            <a:pPr marL="0" indent="0">
              <a:buNone/>
            </a:pPr>
            <a:endParaRPr lang="en-US" dirty="0"/>
          </a:p>
        </p:txBody>
      </p:sp>
    </p:spTree>
    <p:extLst>
      <p:ext uri="{BB962C8B-B14F-4D97-AF65-F5344CB8AC3E}">
        <p14:creationId xmlns:p14="http://schemas.microsoft.com/office/powerpoint/2010/main" val="1468716173"/>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algn="l"/>
            <a:r>
              <a:rPr lang="de-DE" smtClean="0"/>
              <a:t>Page </a:t>
            </a:r>
            <a:fld id="{3FD030EF-7044-4946-962A-5D7D09BD1B34}" type="slidenum">
              <a:rPr lang="de-DE" smtClean="0"/>
              <a:pPr algn="l"/>
              <a:t>41</a:t>
            </a:fld>
            <a:endParaRPr lang="de-DE" dirty="0"/>
          </a:p>
        </p:txBody>
      </p:sp>
      <p:sp>
        <p:nvSpPr>
          <p:cNvPr id="7" name="Title 1"/>
          <p:cNvSpPr>
            <a:spLocks noGrp="1"/>
          </p:cNvSpPr>
          <p:nvPr>
            <p:ph type="title"/>
          </p:nvPr>
        </p:nvSpPr>
        <p:spPr>
          <a:xfrm>
            <a:off x="1080000" y="764704"/>
            <a:ext cx="8520000" cy="614494"/>
          </a:xfrm>
        </p:spPr>
        <p:txBody>
          <a:bodyPr/>
          <a:lstStyle/>
          <a:p>
            <a:r>
              <a:rPr lang="en-US" dirty="0"/>
              <a:t>USER </a:t>
            </a:r>
            <a:r>
              <a:rPr lang="en-US" dirty="0" smtClean="0"/>
              <a:t>GUIDANCE</a:t>
            </a:r>
            <a:endParaRPr lang="en-US" dirty="0"/>
          </a:p>
        </p:txBody>
      </p:sp>
      <p:sp>
        <p:nvSpPr>
          <p:cNvPr id="8" name="Content Placeholder 7"/>
          <p:cNvSpPr>
            <a:spLocks noGrp="1"/>
          </p:cNvSpPr>
          <p:nvPr>
            <p:ph idx="1"/>
          </p:nvPr>
        </p:nvSpPr>
        <p:spPr>
          <a:xfrm>
            <a:off x="1487488" y="1684139"/>
            <a:ext cx="10216511" cy="406265"/>
          </a:xfrm>
        </p:spPr>
        <p:txBody>
          <a:bodyPr/>
          <a:lstStyle/>
          <a:p>
            <a:pPr marL="0" indent="0">
              <a:buNone/>
            </a:pPr>
            <a:r>
              <a:rPr lang="en-US" sz="2200" b="1" dirty="0" smtClean="0">
                <a:solidFill>
                  <a:srgbClr val="FF0000"/>
                </a:solidFill>
              </a:rPr>
              <a:t>Release Lock</a:t>
            </a:r>
            <a:endParaRPr lang="en-US"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66328" y="2106780"/>
            <a:ext cx="5731493" cy="3741217"/>
          </a:xfrm>
          <a:prstGeom prst="rect">
            <a:avLst/>
          </a:prstGeom>
        </p:spPr>
      </p:pic>
    </p:spTree>
    <p:extLst>
      <p:ext uri="{BB962C8B-B14F-4D97-AF65-F5344CB8AC3E}">
        <p14:creationId xmlns:p14="http://schemas.microsoft.com/office/powerpoint/2010/main" val="287659733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algn="l"/>
            <a:r>
              <a:rPr lang="de-DE" smtClean="0"/>
              <a:t>Page </a:t>
            </a:r>
            <a:fld id="{3FD030EF-7044-4946-962A-5D7D09BD1B34}" type="slidenum">
              <a:rPr lang="de-DE" smtClean="0"/>
              <a:pPr algn="l"/>
              <a:t>42</a:t>
            </a:fld>
            <a:endParaRPr lang="de-DE" dirty="0"/>
          </a:p>
        </p:txBody>
      </p:sp>
      <p:sp>
        <p:nvSpPr>
          <p:cNvPr id="7" name="Title 1"/>
          <p:cNvSpPr>
            <a:spLocks noGrp="1"/>
          </p:cNvSpPr>
          <p:nvPr>
            <p:ph type="title"/>
          </p:nvPr>
        </p:nvSpPr>
        <p:spPr>
          <a:xfrm>
            <a:off x="1080000" y="764704"/>
            <a:ext cx="8520000" cy="614494"/>
          </a:xfrm>
        </p:spPr>
        <p:txBody>
          <a:bodyPr/>
          <a:lstStyle/>
          <a:p>
            <a:r>
              <a:rPr lang="en-US" dirty="0"/>
              <a:t>USER </a:t>
            </a:r>
            <a:r>
              <a:rPr lang="en-US" dirty="0" smtClean="0"/>
              <a:t>GUIDANCE</a:t>
            </a:r>
            <a:endParaRPr lang="en-US" dirty="0"/>
          </a:p>
        </p:txBody>
      </p:sp>
      <p:sp>
        <p:nvSpPr>
          <p:cNvPr id="8" name="Content Placeholder 7"/>
          <p:cNvSpPr>
            <a:spLocks noGrp="1"/>
          </p:cNvSpPr>
          <p:nvPr>
            <p:ph idx="1"/>
          </p:nvPr>
        </p:nvSpPr>
        <p:spPr>
          <a:xfrm>
            <a:off x="1559497" y="1916832"/>
            <a:ext cx="8856984" cy="4118050"/>
          </a:xfrm>
        </p:spPr>
        <p:txBody>
          <a:bodyPr/>
          <a:lstStyle/>
          <a:p>
            <a:pPr marL="0" indent="0">
              <a:buNone/>
            </a:pPr>
            <a:r>
              <a:rPr lang="en-US" sz="2200" b="1" dirty="0" smtClean="0">
                <a:solidFill>
                  <a:srgbClr val="FF0000"/>
                </a:solidFill>
              </a:rPr>
              <a:t>Diff operation:</a:t>
            </a:r>
          </a:p>
          <a:p>
            <a:pPr marL="0" indent="0">
              <a:buNone/>
            </a:pPr>
            <a:r>
              <a:rPr lang="en-US" sz="2200" dirty="0" smtClean="0"/>
              <a:t>To see what changes you have made in your </a:t>
            </a:r>
            <a:r>
              <a:rPr lang="en-US" sz="2200" dirty="0" smtClean="0"/>
              <a:t>working </a:t>
            </a:r>
            <a:r>
              <a:rPr lang="en-US" sz="2200" dirty="0" smtClean="0"/>
              <a:t>copy</a:t>
            </a:r>
            <a:r>
              <a:rPr lang="en-US" sz="2200" dirty="0" smtClean="0"/>
              <a:t>.</a:t>
            </a:r>
          </a:p>
          <a:p>
            <a:pPr marL="0" indent="0">
              <a:buNone/>
            </a:pPr>
            <a:r>
              <a:rPr lang="en-US" sz="2200" dirty="0"/>
              <a:t>Pre-condition: </a:t>
            </a:r>
            <a:r>
              <a:rPr lang="en-US" sz="2200" dirty="0" smtClean="0"/>
              <a:t>all states</a:t>
            </a:r>
            <a:endParaRPr lang="en-US" sz="2200" dirty="0"/>
          </a:p>
          <a:p>
            <a:pPr marL="0" indent="0">
              <a:buNone/>
            </a:pPr>
            <a:r>
              <a:rPr lang="en-US" sz="2200" dirty="0"/>
              <a:t>Post-condition: </a:t>
            </a:r>
            <a:endParaRPr lang="en-US" sz="2200" dirty="0" smtClean="0"/>
          </a:p>
          <a:p>
            <a:pPr>
              <a:buFont typeface="Wingdings" panose="05000000000000000000" pitchFamily="2" charset="2"/>
              <a:buChar char="Ø"/>
            </a:pPr>
            <a:r>
              <a:rPr lang="en-US" sz="2200" b="1" dirty="0" smtClean="0"/>
              <a:t> </a:t>
            </a:r>
            <a:r>
              <a:rPr lang="en-US" sz="2200" dirty="0" smtClean="0"/>
              <a:t>Right click on file </a:t>
            </a:r>
          </a:p>
          <a:p>
            <a:pPr>
              <a:buFont typeface="Wingdings" panose="05000000000000000000" pitchFamily="2" charset="2"/>
              <a:buChar char="Ø"/>
            </a:pPr>
            <a:r>
              <a:rPr lang="en-US" sz="2200" dirty="0" smtClean="0"/>
              <a:t> Choose </a:t>
            </a:r>
            <a:r>
              <a:rPr lang="en-US" sz="2200" dirty="0" err="1" smtClean="0"/>
              <a:t>TortoiseSVN</a:t>
            </a:r>
            <a:r>
              <a:rPr lang="en-US" sz="2200" dirty="0" smtClean="0"/>
              <a:t> </a:t>
            </a:r>
            <a:r>
              <a:rPr lang="en-US" sz="2200" dirty="0">
                <a:sym typeface="Wingdings" panose="05000000000000000000" pitchFamily="2" charset="2"/>
              </a:rPr>
              <a:t> </a:t>
            </a:r>
            <a:r>
              <a:rPr lang="en-US" sz="2200" dirty="0" smtClean="0">
                <a:sym typeface="Wingdings" panose="05000000000000000000" pitchFamily="2" charset="2"/>
              </a:rPr>
              <a:t>Diff with…</a:t>
            </a:r>
            <a:endParaRPr lang="en-US" sz="2200" dirty="0" smtClean="0"/>
          </a:p>
          <a:p>
            <a:endParaRPr lang="en-US" dirty="0"/>
          </a:p>
        </p:txBody>
      </p:sp>
    </p:spTree>
    <p:extLst>
      <p:ext uri="{BB962C8B-B14F-4D97-AF65-F5344CB8AC3E}">
        <p14:creationId xmlns:p14="http://schemas.microsoft.com/office/powerpoint/2010/main" val="340066394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algn="l"/>
            <a:r>
              <a:rPr lang="de-DE" smtClean="0"/>
              <a:t>Page </a:t>
            </a:r>
            <a:fld id="{3FD030EF-7044-4946-962A-5D7D09BD1B34}" type="slidenum">
              <a:rPr lang="de-DE" smtClean="0"/>
              <a:pPr algn="l"/>
              <a:t>43</a:t>
            </a:fld>
            <a:endParaRPr lang="de-DE" dirty="0"/>
          </a:p>
        </p:txBody>
      </p:sp>
      <p:sp>
        <p:nvSpPr>
          <p:cNvPr id="7" name="Title 1"/>
          <p:cNvSpPr>
            <a:spLocks noGrp="1"/>
          </p:cNvSpPr>
          <p:nvPr>
            <p:ph type="title"/>
          </p:nvPr>
        </p:nvSpPr>
        <p:spPr>
          <a:xfrm>
            <a:off x="1080000" y="764704"/>
            <a:ext cx="8520000" cy="614494"/>
          </a:xfrm>
        </p:spPr>
        <p:txBody>
          <a:bodyPr/>
          <a:lstStyle/>
          <a:p>
            <a:r>
              <a:rPr lang="en-US" dirty="0"/>
              <a:t>USER </a:t>
            </a:r>
            <a:r>
              <a:rPr lang="en-US" dirty="0" smtClean="0"/>
              <a:t>GUIDANCE</a:t>
            </a:r>
            <a:endParaRPr lang="en-US" dirty="0"/>
          </a:p>
        </p:txBody>
      </p:sp>
      <p:sp>
        <p:nvSpPr>
          <p:cNvPr id="8" name="Content Placeholder 7"/>
          <p:cNvSpPr>
            <a:spLocks noGrp="1"/>
          </p:cNvSpPr>
          <p:nvPr>
            <p:ph idx="1"/>
          </p:nvPr>
        </p:nvSpPr>
        <p:spPr>
          <a:xfrm>
            <a:off x="1559497" y="1916832"/>
            <a:ext cx="8856984" cy="932563"/>
          </a:xfrm>
        </p:spPr>
        <p:txBody>
          <a:bodyPr/>
          <a:lstStyle/>
          <a:p>
            <a:pPr marL="0" indent="0">
              <a:buNone/>
            </a:pPr>
            <a:r>
              <a:rPr lang="en-US" sz="2200" b="1" dirty="0" smtClean="0">
                <a:solidFill>
                  <a:srgbClr val="FF0000"/>
                </a:solidFill>
              </a:rPr>
              <a:t>Diff operation:</a:t>
            </a:r>
          </a:p>
          <a:p>
            <a:endParaRPr lang="en-US" dirty="0"/>
          </a:p>
        </p:txBody>
      </p:sp>
      <p:pic>
        <p:nvPicPr>
          <p:cNvPr id="2" name="Picture 1"/>
          <p:cNvPicPr>
            <a:picLocks noChangeAspect="1"/>
          </p:cNvPicPr>
          <p:nvPr/>
        </p:nvPicPr>
        <p:blipFill>
          <a:blip r:embed="rId3"/>
          <a:stretch>
            <a:fillRect/>
          </a:stretch>
        </p:blipFill>
        <p:spPr>
          <a:xfrm>
            <a:off x="4727848" y="1628800"/>
            <a:ext cx="5082198" cy="4713801"/>
          </a:xfrm>
          <a:prstGeom prst="rect">
            <a:avLst/>
          </a:prstGeom>
        </p:spPr>
      </p:pic>
    </p:spTree>
    <p:extLst>
      <p:ext uri="{BB962C8B-B14F-4D97-AF65-F5344CB8AC3E}">
        <p14:creationId xmlns:p14="http://schemas.microsoft.com/office/powerpoint/2010/main" val="3733050483"/>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algn="l"/>
            <a:r>
              <a:rPr lang="de-DE" smtClean="0"/>
              <a:t>Page </a:t>
            </a:r>
            <a:fld id="{3FD030EF-7044-4946-962A-5D7D09BD1B34}" type="slidenum">
              <a:rPr lang="de-DE" smtClean="0"/>
              <a:pPr algn="l"/>
              <a:t>44</a:t>
            </a:fld>
            <a:endParaRPr lang="de-DE" dirty="0"/>
          </a:p>
        </p:txBody>
      </p:sp>
      <p:sp>
        <p:nvSpPr>
          <p:cNvPr id="7" name="Title 1"/>
          <p:cNvSpPr>
            <a:spLocks noGrp="1"/>
          </p:cNvSpPr>
          <p:nvPr>
            <p:ph type="title"/>
          </p:nvPr>
        </p:nvSpPr>
        <p:spPr>
          <a:xfrm>
            <a:off x="1080000" y="764704"/>
            <a:ext cx="8520000" cy="614494"/>
          </a:xfrm>
        </p:spPr>
        <p:txBody>
          <a:bodyPr/>
          <a:lstStyle/>
          <a:p>
            <a:r>
              <a:rPr lang="en-US" dirty="0"/>
              <a:t>USER </a:t>
            </a:r>
            <a:r>
              <a:rPr lang="en-US" dirty="0" smtClean="0"/>
              <a:t>GUIDANCE</a:t>
            </a:r>
            <a:endParaRPr lang="en-US" dirty="0"/>
          </a:p>
        </p:txBody>
      </p:sp>
      <p:sp>
        <p:nvSpPr>
          <p:cNvPr id="8" name="Content Placeholder 7"/>
          <p:cNvSpPr>
            <a:spLocks noGrp="1"/>
          </p:cNvSpPr>
          <p:nvPr>
            <p:ph idx="1"/>
          </p:nvPr>
        </p:nvSpPr>
        <p:spPr>
          <a:xfrm>
            <a:off x="1559497" y="1916832"/>
            <a:ext cx="8856984" cy="932563"/>
          </a:xfrm>
        </p:spPr>
        <p:txBody>
          <a:bodyPr/>
          <a:lstStyle/>
          <a:p>
            <a:pPr marL="0" indent="0">
              <a:buNone/>
            </a:pPr>
            <a:r>
              <a:rPr lang="en-US" sz="2200" b="1" dirty="0" smtClean="0">
                <a:solidFill>
                  <a:srgbClr val="FF0000"/>
                </a:solidFill>
              </a:rPr>
              <a:t>Diff operation:</a:t>
            </a:r>
          </a:p>
          <a:p>
            <a:endParaRPr lang="en-US"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98948" y="2383113"/>
            <a:ext cx="7518849" cy="3854199"/>
          </a:xfrm>
          <a:prstGeom prst="rect">
            <a:avLst/>
          </a:prstGeom>
        </p:spPr>
      </p:pic>
    </p:spTree>
    <p:extLst>
      <p:ext uri="{BB962C8B-B14F-4D97-AF65-F5344CB8AC3E}">
        <p14:creationId xmlns:p14="http://schemas.microsoft.com/office/powerpoint/2010/main" val="3570753147"/>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algn="l"/>
            <a:r>
              <a:rPr lang="de-DE" smtClean="0"/>
              <a:t>Page </a:t>
            </a:r>
            <a:fld id="{3FD030EF-7044-4946-962A-5D7D09BD1B34}" type="slidenum">
              <a:rPr lang="de-DE" smtClean="0"/>
              <a:pPr algn="l"/>
              <a:t>45</a:t>
            </a:fld>
            <a:endParaRPr lang="de-DE" dirty="0"/>
          </a:p>
        </p:txBody>
      </p:sp>
      <p:sp>
        <p:nvSpPr>
          <p:cNvPr id="7" name="Title 1"/>
          <p:cNvSpPr>
            <a:spLocks noGrp="1"/>
          </p:cNvSpPr>
          <p:nvPr>
            <p:ph type="title"/>
          </p:nvPr>
        </p:nvSpPr>
        <p:spPr>
          <a:xfrm>
            <a:off x="1080000" y="764704"/>
            <a:ext cx="8520000" cy="614494"/>
          </a:xfrm>
        </p:spPr>
        <p:txBody>
          <a:bodyPr/>
          <a:lstStyle/>
          <a:p>
            <a:r>
              <a:rPr lang="en-US" dirty="0"/>
              <a:t>USER </a:t>
            </a:r>
            <a:r>
              <a:rPr lang="en-US" dirty="0" smtClean="0"/>
              <a:t>GUIDANCE</a:t>
            </a:r>
            <a:endParaRPr lang="en-US" dirty="0"/>
          </a:p>
        </p:txBody>
      </p:sp>
      <p:sp>
        <p:nvSpPr>
          <p:cNvPr id="8" name="Content Placeholder 7"/>
          <p:cNvSpPr>
            <a:spLocks noGrp="1"/>
          </p:cNvSpPr>
          <p:nvPr>
            <p:ph idx="1"/>
          </p:nvPr>
        </p:nvSpPr>
        <p:spPr>
          <a:xfrm>
            <a:off x="1323819" y="1772816"/>
            <a:ext cx="10216511" cy="368884"/>
          </a:xfrm>
        </p:spPr>
        <p:txBody>
          <a:bodyPr/>
          <a:lstStyle/>
          <a:p>
            <a:pPr marL="0" indent="0">
              <a:buNone/>
            </a:pPr>
            <a:r>
              <a:rPr lang="en-US" sz="2200" b="1" dirty="0" smtClean="0">
                <a:solidFill>
                  <a:srgbClr val="FF0000"/>
                </a:solidFill>
              </a:rPr>
              <a:t>Branch</a:t>
            </a:r>
          </a:p>
        </p:txBody>
      </p:sp>
      <p:sp>
        <p:nvSpPr>
          <p:cNvPr id="6" name="Content Placeholder 2"/>
          <p:cNvSpPr txBox="1">
            <a:spLocks/>
          </p:cNvSpPr>
          <p:nvPr/>
        </p:nvSpPr>
        <p:spPr>
          <a:xfrm>
            <a:off x="839416" y="2385425"/>
            <a:ext cx="8596668" cy="1874359"/>
          </a:xfrm>
          <a:prstGeom prst="rect">
            <a:avLst/>
          </a:prstGeom>
          <a:ln>
            <a:noFill/>
          </a:ln>
        </p:spPr>
        <p:txBody>
          <a:bodyPr vert="horz" lIns="0" tIns="0" rIns="0" bIns="0" rtlCol="0">
            <a:spAutoFit/>
          </a:bodyPr>
          <a:lstStyle>
            <a:lvl1pPr marL="177800" indent="-177800" algn="l" defTabSz="914400" rtl="0" eaLnBrk="1" latinLnBrk="0" hangingPunct="1">
              <a:lnSpc>
                <a:spcPct val="120000"/>
              </a:lnSpc>
              <a:spcBef>
                <a:spcPts val="0"/>
              </a:spcBef>
              <a:spcAft>
                <a:spcPts val="1800"/>
              </a:spcAft>
              <a:buClr>
                <a:schemeClr val="tx2"/>
              </a:buClr>
              <a:buFont typeface="Wingdings" panose="05000000000000000000" pitchFamily="2" charset="2"/>
              <a:buChar char="§"/>
              <a:tabLst>
                <a:tab pos="7177088" algn="r"/>
              </a:tabLst>
              <a:defRPr kumimoji="1" sz="1600" kern="1200">
                <a:solidFill>
                  <a:schemeClr val="tx1"/>
                </a:solidFill>
                <a:latin typeface="+mn-lt"/>
                <a:ea typeface="+mn-ea"/>
                <a:cs typeface="+mn-cs"/>
              </a:defRPr>
            </a:lvl1pPr>
            <a:lvl2pPr marL="177800" indent="-177800" algn="l" defTabSz="914400" rtl="0" eaLnBrk="1" latinLnBrk="0" hangingPunct="1">
              <a:lnSpc>
                <a:spcPct val="120000"/>
              </a:lnSpc>
              <a:spcBef>
                <a:spcPts val="0"/>
              </a:spcBef>
              <a:spcAft>
                <a:spcPts val="800"/>
              </a:spcAft>
              <a:buClr>
                <a:schemeClr val="tx2"/>
              </a:buClr>
              <a:buFont typeface="Wingdings" panose="05000000000000000000" pitchFamily="2" charset="2"/>
              <a:buChar char="§"/>
              <a:defRPr kumimoji="1" sz="1600" kern="1200">
                <a:solidFill>
                  <a:schemeClr val="tx1"/>
                </a:solidFill>
                <a:latin typeface="+mn-lt"/>
                <a:ea typeface="+mn-ea"/>
                <a:cs typeface="+mn-cs"/>
              </a:defRPr>
            </a:lvl2pPr>
            <a:lvl3pPr marL="355600" indent="-177800" algn="l" defTabSz="914400" rtl="0" eaLnBrk="1" latinLnBrk="0" hangingPunct="1">
              <a:lnSpc>
                <a:spcPct val="120000"/>
              </a:lnSpc>
              <a:spcBef>
                <a:spcPts val="0"/>
              </a:spcBef>
              <a:spcAft>
                <a:spcPts val="800"/>
              </a:spcAft>
              <a:buClr>
                <a:schemeClr val="tx2"/>
              </a:buClr>
              <a:buFont typeface="Wingdings" panose="05000000000000000000" pitchFamily="2" charset="2"/>
              <a:buChar char="§"/>
              <a:defRPr kumimoji="1" sz="1600" kern="1200">
                <a:solidFill>
                  <a:schemeClr val="tx1"/>
                </a:solidFill>
                <a:latin typeface="+mn-lt"/>
                <a:ea typeface="+mn-ea"/>
                <a:cs typeface="+mn-cs"/>
              </a:defRPr>
            </a:lvl3pPr>
            <a:lvl4pPr marL="539750" indent="-184150" algn="l" defTabSz="914400" rtl="0" eaLnBrk="1" latinLnBrk="0" hangingPunct="1">
              <a:lnSpc>
                <a:spcPct val="120000"/>
              </a:lnSpc>
              <a:spcBef>
                <a:spcPts val="0"/>
              </a:spcBef>
              <a:spcAft>
                <a:spcPts val="800"/>
              </a:spcAft>
              <a:buFont typeface="Symbol" panose="05050102010706020507" pitchFamily="18" charset="2"/>
              <a:buChar char="-"/>
              <a:defRPr kumimoji="1" sz="1600" kern="1200">
                <a:solidFill>
                  <a:schemeClr val="tx1"/>
                </a:solidFill>
                <a:latin typeface="+mn-lt"/>
                <a:ea typeface="+mn-ea"/>
                <a:cs typeface="+mn-cs"/>
              </a:defRPr>
            </a:lvl4pPr>
            <a:lvl5pPr marL="719138" indent="-179388" algn="l" defTabSz="914400" rtl="0" eaLnBrk="1" latinLnBrk="0" hangingPunct="1">
              <a:lnSpc>
                <a:spcPct val="120000"/>
              </a:lnSpc>
              <a:spcBef>
                <a:spcPts val="0"/>
              </a:spcBef>
              <a:spcAft>
                <a:spcPts val="800"/>
              </a:spcAft>
              <a:buFont typeface="Symbol" panose="05050102010706020507" pitchFamily="18" charset="2"/>
              <a:buChar char="-"/>
              <a:defRPr kumimoji="1" sz="16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9pPr>
          </a:lstStyle>
          <a:p>
            <a:r>
              <a:rPr lang="en-US" dirty="0" smtClean="0"/>
              <a:t>Create a new branch from a revision.</a:t>
            </a:r>
          </a:p>
          <a:p>
            <a:r>
              <a:rPr lang="en-US" dirty="0" smtClean="0"/>
              <a:t>Right Click &gt; </a:t>
            </a:r>
            <a:r>
              <a:rPr lang="en-US" dirty="0" err="1" smtClean="0"/>
              <a:t>TortoiseSVN</a:t>
            </a:r>
            <a:r>
              <a:rPr lang="en-US" dirty="0" smtClean="0"/>
              <a:t> &gt; Branch/Tag…</a:t>
            </a:r>
          </a:p>
          <a:p>
            <a:r>
              <a:rPr lang="en-US" dirty="0" smtClean="0"/>
              <a:t>Fill out the part to create a folder containing new branch.</a:t>
            </a:r>
          </a:p>
          <a:p>
            <a:r>
              <a:rPr lang="en-US" dirty="0" smtClean="0"/>
              <a:t>You can choose to create branch from</a:t>
            </a:r>
          </a:p>
        </p:txBody>
      </p:sp>
      <p:sp>
        <p:nvSpPr>
          <p:cNvPr id="4" name="TextBox 3"/>
          <p:cNvSpPr txBox="1"/>
          <p:nvPr/>
        </p:nvSpPr>
        <p:spPr>
          <a:xfrm>
            <a:off x="623392" y="4391840"/>
            <a:ext cx="7272808" cy="1077218"/>
          </a:xfrm>
          <a:prstGeom prst="rect">
            <a:avLst/>
          </a:prstGeom>
          <a:noFill/>
        </p:spPr>
        <p:txBody>
          <a:bodyPr wrap="square" rtlCol="0">
            <a:spAutoFit/>
          </a:bodyPr>
          <a:lstStyle/>
          <a:p>
            <a:pPr marL="742950" lvl="1" indent="-285750">
              <a:buFont typeface="Wingdings" panose="05000000000000000000" pitchFamily="2" charset="2"/>
              <a:buChar char="Ø"/>
            </a:pPr>
            <a:r>
              <a:rPr lang="en-US" sz="1600" dirty="0"/>
              <a:t>HEAD revision</a:t>
            </a:r>
          </a:p>
          <a:p>
            <a:pPr marL="742950" lvl="1" indent="-285750">
              <a:buFont typeface="Wingdings" panose="05000000000000000000" pitchFamily="2" charset="2"/>
              <a:buChar char="Ø"/>
            </a:pPr>
            <a:r>
              <a:rPr lang="en-US" sz="1600" dirty="0"/>
              <a:t>Specific revision (</a:t>
            </a:r>
            <a:r>
              <a:rPr lang="en-US" sz="1600" dirty="0" err="1"/>
              <a:t>Revison</a:t>
            </a:r>
            <a:r>
              <a:rPr lang="en-US" sz="1600" dirty="0"/>
              <a:t> number or Choose from log)</a:t>
            </a:r>
          </a:p>
          <a:p>
            <a:pPr marL="742950" lvl="1" indent="-285750">
              <a:buFont typeface="Wingdings" panose="05000000000000000000" pitchFamily="2" charset="2"/>
              <a:buChar char="Ø"/>
            </a:pPr>
            <a:r>
              <a:rPr lang="en-US" sz="1600" dirty="0"/>
              <a:t>Working copy</a:t>
            </a:r>
          </a:p>
          <a:p>
            <a:endParaRPr lang="en-US" sz="1600" dirty="0"/>
          </a:p>
        </p:txBody>
      </p:sp>
      <p:pic>
        <p:nvPicPr>
          <p:cNvPr id="5" name="Picture 4"/>
          <p:cNvPicPr>
            <a:picLocks noChangeAspect="1"/>
          </p:cNvPicPr>
          <p:nvPr/>
        </p:nvPicPr>
        <p:blipFill>
          <a:blip r:embed="rId3"/>
          <a:stretch>
            <a:fillRect/>
          </a:stretch>
        </p:blipFill>
        <p:spPr>
          <a:xfrm>
            <a:off x="6600056" y="1036555"/>
            <a:ext cx="4724445" cy="4935735"/>
          </a:xfrm>
          <a:prstGeom prst="rect">
            <a:avLst/>
          </a:prstGeom>
        </p:spPr>
      </p:pic>
    </p:spTree>
    <p:extLst>
      <p:ext uri="{BB962C8B-B14F-4D97-AF65-F5344CB8AC3E}">
        <p14:creationId xmlns:p14="http://schemas.microsoft.com/office/powerpoint/2010/main" val="352248105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algn="l"/>
            <a:r>
              <a:rPr lang="de-DE" smtClean="0"/>
              <a:t>Page </a:t>
            </a:r>
            <a:fld id="{3FD030EF-7044-4946-962A-5D7D09BD1B34}" type="slidenum">
              <a:rPr lang="de-DE" smtClean="0"/>
              <a:pPr algn="l"/>
              <a:t>46</a:t>
            </a:fld>
            <a:endParaRPr lang="de-DE" dirty="0"/>
          </a:p>
        </p:txBody>
      </p:sp>
      <p:sp>
        <p:nvSpPr>
          <p:cNvPr id="7" name="Title 1"/>
          <p:cNvSpPr>
            <a:spLocks noGrp="1"/>
          </p:cNvSpPr>
          <p:nvPr>
            <p:ph type="title"/>
          </p:nvPr>
        </p:nvSpPr>
        <p:spPr>
          <a:xfrm>
            <a:off x="1080000" y="764704"/>
            <a:ext cx="8520000" cy="614494"/>
          </a:xfrm>
        </p:spPr>
        <p:txBody>
          <a:bodyPr/>
          <a:lstStyle/>
          <a:p>
            <a:r>
              <a:rPr lang="en-US" dirty="0"/>
              <a:t>USER </a:t>
            </a:r>
            <a:r>
              <a:rPr lang="en-US" dirty="0" smtClean="0"/>
              <a:t>GUIDANCE</a:t>
            </a:r>
            <a:endParaRPr lang="en-US" dirty="0"/>
          </a:p>
        </p:txBody>
      </p:sp>
      <p:sp>
        <p:nvSpPr>
          <p:cNvPr id="8" name="Content Placeholder 7"/>
          <p:cNvSpPr>
            <a:spLocks noGrp="1"/>
          </p:cNvSpPr>
          <p:nvPr>
            <p:ph idx="1"/>
          </p:nvPr>
        </p:nvSpPr>
        <p:spPr>
          <a:xfrm>
            <a:off x="1323819" y="1772816"/>
            <a:ext cx="10216511" cy="368884"/>
          </a:xfrm>
        </p:spPr>
        <p:txBody>
          <a:bodyPr/>
          <a:lstStyle/>
          <a:p>
            <a:pPr marL="0" indent="0">
              <a:buNone/>
            </a:pPr>
            <a:r>
              <a:rPr lang="en-US" sz="2200" b="1" dirty="0" smtClean="0">
                <a:solidFill>
                  <a:srgbClr val="FF0000"/>
                </a:solidFill>
              </a:rPr>
              <a:t>Branch</a:t>
            </a:r>
          </a:p>
        </p:txBody>
      </p:sp>
      <p:sp>
        <p:nvSpPr>
          <p:cNvPr id="2" name="TextBox 1"/>
          <p:cNvSpPr txBox="1"/>
          <p:nvPr/>
        </p:nvSpPr>
        <p:spPr>
          <a:xfrm>
            <a:off x="1057615" y="2178315"/>
            <a:ext cx="9404770" cy="923330"/>
          </a:xfrm>
          <a:prstGeom prst="rect">
            <a:avLst/>
          </a:prstGeom>
          <a:noFill/>
        </p:spPr>
        <p:txBody>
          <a:bodyPr wrap="square" rtlCol="0">
            <a:spAutoFit/>
          </a:bodyPr>
          <a:lstStyle/>
          <a:p>
            <a:r>
              <a:rPr lang="en-US" dirty="0"/>
              <a:t>The branch will be a copy of the revision which it starts from.</a:t>
            </a:r>
          </a:p>
          <a:p>
            <a:endParaRPr lang="en-US" dirty="0"/>
          </a:p>
          <a:p>
            <a:endParaRPr lang="en-US" dirty="0"/>
          </a:p>
        </p:txBody>
      </p:sp>
      <p:pic>
        <p:nvPicPr>
          <p:cNvPr id="9" name="Picture 8"/>
          <p:cNvPicPr>
            <a:picLocks noChangeAspect="1"/>
          </p:cNvPicPr>
          <p:nvPr/>
        </p:nvPicPr>
        <p:blipFill>
          <a:blip r:embed="rId3"/>
          <a:stretch>
            <a:fillRect/>
          </a:stretch>
        </p:blipFill>
        <p:spPr>
          <a:xfrm>
            <a:off x="1847528" y="2787350"/>
            <a:ext cx="2917387" cy="2787404"/>
          </a:xfrm>
          <a:prstGeom prst="rect">
            <a:avLst/>
          </a:prstGeom>
        </p:spPr>
      </p:pic>
      <p:pic>
        <p:nvPicPr>
          <p:cNvPr id="10" name="Picture 9"/>
          <p:cNvPicPr>
            <a:picLocks noChangeAspect="1"/>
          </p:cNvPicPr>
          <p:nvPr/>
        </p:nvPicPr>
        <p:blipFill>
          <a:blip r:embed="rId4"/>
          <a:stretch>
            <a:fillRect/>
          </a:stretch>
        </p:blipFill>
        <p:spPr>
          <a:xfrm>
            <a:off x="6453902" y="2787350"/>
            <a:ext cx="2923472" cy="2642369"/>
          </a:xfrm>
          <a:prstGeom prst="rect">
            <a:avLst/>
          </a:prstGeom>
        </p:spPr>
      </p:pic>
      <p:sp>
        <p:nvSpPr>
          <p:cNvPr id="11" name="Rectangle 10"/>
          <p:cNvSpPr/>
          <p:nvPr/>
        </p:nvSpPr>
        <p:spPr>
          <a:xfrm>
            <a:off x="1703512" y="3366091"/>
            <a:ext cx="2304256" cy="648072"/>
          </a:xfrm>
          <a:prstGeom prst="rect">
            <a:avLst/>
          </a:prstGeom>
          <a:noFill/>
          <a:ln>
            <a:solidFill>
              <a:schemeClr val="accent2"/>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cxnSp>
        <p:nvCxnSpPr>
          <p:cNvPr id="13" name="Straight Arrow Connector 12"/>
          <p:cNvCxnSpPr/>
          <p:nvPr/>
        </p:nvCxnSpPr>
        <p:spPr>
          <a:xfrm flipV="1">
            <a:off x="4007768" y="3284984"/>
            <a:ext cx="3456384" cy="425696"/>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021221998"/>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algn="l"/>
            <a:r>
              <a:rPr lang="de-DE" smtClean="0"/>
              <a:t>Page </a:t>
            </a:r>
            <a:fld id="{3FD030EF-7044-4946-962A-5D7D09BD1B34}" type="slidenum">
              <a:rPr lang="de-DE" smtClean="0"/>
              <a:pPr algn="l"/>
              <a:t>47</a:t>
            </a:fld>
            <a:endParaRPr lang="de-DE" dirty="0"/>
          </a:p>
        </p:txBody>
      </p:sp>
      <p:sp>
        <p:nvSpPr>
          <p:cNvPr id="7" name="Title 1"/>
          <p:cNvSpPr>
            <a:spLocks noGrp="1"/>
          </p:cNvSpPr>
          <p:nvPr>
            <p:ph type="title"/>
          </p:nvPr>
        </p:nvSpPr>
        <p:spPr>
          <a:xfrm>
            <a:off x="1080000" y="764704"/>
            <a:ext cx="8520000" cy="614494"/>
          </a:xfrm>
        </p:spPr>
        <p:txBody>
          <a:bodyPr/>
          <a:lstStyle/>
          <a:p>
            <a:r>
              <a:rPr lang="en-US" dirty="0"/>
              <a:t>USER </a:t>
            </a:r>
            <a:r>
              <a:rPr lang="en-US" dirty="0" smtClean="0"/>
              <a:t>GUIDANCE</a:t>
            </a:r>
            <a:endParaRPr lang="en-US" dirty="0"/>
          </a:p>
        </p:txBody>
      </p:sp>
      <p:sp>
        <p:nvSpPr>
          <p:cNvPr id="8" name="Content Placeholder 7"/>
          <p:cNvSpPr>
            <a:spLocks noGrp="1"/>
          </p:cNvSpPr>
          <p:nvPr>
            <p:ph idx="1"/>
          </p:nvPr>
        </p:nvSpPr>
        <p:spPr>
          <a:xfrm>
            <a:off x="1323819" y="1619956"/>
            <a:ext cx="10216511" cy="368884"/>
          </a:xfrm>
        </p:spPr>
        <p:txBody>
          <a:bodyPr/>
          <a:lstStyle/>
          <a:p>
            <a:pPr marL="0" indent="0">
              <a:buNone/>
            </a:pPr>
            <a:r>
              <a:rPr lang="en-US" sz="2200" b="1" dirty="0" smtClean="0">
                <a:solidFill>
                  <a:srgbClr val="FF0000"/>
                </a:solidFill>
              </a:rPr>
              <a:t>Switch</a:t>
            </a:r>
          </a:p>
        </p:txBody>
      </p:sp>
      <p:sp>
        <p:nvSpPr>
          <p:cNvPr id="2" name="TextBox 1"/>
          <p:cNvSpPr txBox="1"/>
          <p:nvPr/>
        </p:nvSpPr>
        <p:spPr>
          <a:xfrm>
            <a:off x="1080000" y="1954932"/>
            <a:ext cx="8352928" cy="1200329"/>
          </a:xfrm>
          <a:prstGeom prst="rect">
            <a:avLst/>
          </a:prstGeom>
          <a:noFill/>
        </p:spPr>
        <p:txBody>
          <a:bodyPr wrap="square" rtlCol="0">
            <a:spAutoFit/>
          </a:bodyPr>
          <a:lstStyle/>
          <a:p>
            <a:r>
              <a:rPr lang="en-US" dirty="0"/>
              <a:t>Switch from a certain branch to another branch.</a:t>
            </a:r>
          </a:p>
          <a:p>
            <a:r>
              <a:rPr lang="en-US" dirty="0"/>
              <a:t>Right Click on the current branch &gt; </a:t>
            </a:r>
            <a:r>
              <a:rPr lang="en-US" dirty="0" err="1"/>
              <a:t>TortoiseSVN</a:t>
            </a:r>
            <a:r>
              <a:rPr lang="en-US" dirty="0"/>
              <a:t> &gt; Switch…</a:t>
            </a:r>
          </a:p>
          <a:p>
            <a:r>
              <a:rPr lang="en-US" dirty="0"/>
              <a:t>Choose the path containing branch.</a:t>
            </a:r>
          </a:p>
          <a:p>
            <a:r>
              <a:rPr lang="en-US" dirty="0"/>
              <a:t>You can switch to another branch by simply enter the folder of that branch.</a:t>
            </a:r>
          </a:p>
        </p:txBody>
      </p:sp>
      <p:pic>
        <p:nvPicPr>
          <p:cNvPr id="9" name="Picture 8"/>
          <p:cNvPicPr>
            <a:picLocks noChangeAspect="1"/>
          </p:cNvPicPr>
          <p:nvPr/>
        </p:nvPicPr>
        <p:blipFill rotWithShape="1">
          <a:blip r:embed="rId3"/>
          <a:srcRect l="40463" t="43258" r="23953" b="12783"/>
          <a:stretch/>
        </p:blipFill>
        <p:spPr>
          <a:xfrm>
            <a:off x="1512048" y="3356992"/>
            <a:ext cx="3719856" cy="2583589"/>
          </a:xfrm>
          <a:prstGeom prst="rect">
            <a:avLst/>
          </a:prstGeom>
        </p:spPr>
      </p:pic>
      <p:pic>
        <p:nvPicPr>
          <p:cNvPr id="10" name="Picture 9"/>
          <p:cNvPicPr>
            <a:picLocks noChangeAspect="1"/>
          </p:cNvPicPr>
          <p:nvPr/>
        </p:nvPicPr>
        <p:blipFill>
          <a:blip r:embed="rId4"/>
          <a:stretch>
            <a:fillRect/>
          </a:stretch>
        </p:blipFill>
        <p:spPr>
          <a:xfrm>
            <a:off x="5735960" y="3356993"/>
            <a:ext cx="4392488" cy="2657978"/>
          </a:xfrm>
          <a:prstGeom prst="rect">
            <a:avLst/>
          </a:prstGeom>
        </p:spPr>
      </p:pic>
      <p:sp>
        <p:nvSpPr>
          <p:cNvPr id="11" name="Rectangle 10"/>
          <p:cNvSpPr/>
          <p:nvPr/>
        </p:nvSpPr>
        <p:spPr>
          <a:xfrm>
            <a:off x="3647728" y="3861048"/>
            <a:ext cx="1584176" cy="14401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01039734"/>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algn="l"/>
            <a:r>
              <a:rPr lang="de-DE" smtClean="0"/>
              <a:t>Page </a:t>
            </a:r>
            <a:fld id="{3FD030EF-7044-4946-962A-5D7D09BD1B34}" type="slidenum">
              <a:rPr lang="de-DE" smtClean="0"/>
              <a:pPr algn="l"/>
              <a:t>48</a:t>
            </a:fld>
            <a:endParaRPr lang="de-DE" dirty="0"/>
          </a:p>
        </p:txBody>
      </p:sp>
      <p:sp>
        <p:nvSpPr>
          <p:cNvPr id="7" name="Title 1"/>
          <p:cNvSpPr>
            <a:spLocks noGrp="1"/>
          </p:cNvSpPr>
          <p:nvPr>
            <p:ph type="title"/>
          </p:nvPr>
        </p:nvSpPr>
        <p:spPr>
          <a:xfrm>
            <a:off x="1080000" y="764704"/>
            <a:ext cx="8520000" cy="614494"/>
          </a:xfrm>
        </p:spPr>
        <p:txBody>
          <a:bodyPr/>
          <a:lstStyle/>
          <a:p>
            <a:r>
              <a:rPr lang="en-US" dirty="0"/>
              <a:t>USER </a:t>
            </a:r>
            <a:r>
              <a:rPr lang="en-US" dirty="0" smtClean="0"/>
              <a:t>GUIDANCE</a:t>
            </a:r>
            <a:endParaRPr lang="en-US" dirty="0"/>
          </a:p>
        </p:txBody>
      </p:sp>
      <p:sp>
        <p:nvSpPr>
          <p:cNvPr id="8" name="Content Placeholder 7"/>
          <p:cNvSpPr>
            <a:spLocks noGrp="1"/>
          </p:cNvSpPr>
          <p:nvPr>
            <p:ph idx="1"/>
          </p:nvPr>
        </p:nvSpPr>
        <p:spPr>
          <a:xfrm>
            <a:off x="1415480" y="1700808"/>
            <a:ext cx="3600400" cy="368884"/>
          </a:xfrm>
        </p:spPr>
        <p:txBody>
          <a:bodyPr/>
          <a:lstStyle/>
          <a:p>
            <a:pPr marL="0" indent="0">
              <a:buNone/>
            </a:pPr>
            <a:r>
              <a:rPr lang="en-US" sz="2200" b="1" dirty="0" smtClean="0">
                <a:solidFill>
                  <a:srgbClr val="FF0000"/>
                </a:solidFill>
              </a:rPr>
              <a:t>Export</a:t>
            </a:r>
          </a:p>
        </p:txBody>
      </p:sp>
      <p:sp>
        <p:nvSpPr>
          <p:cNvPr id="6" name="Rectangle 5"/>
          <p:cNvSpPr/>
          <p:nvPr/>
        </p:nvSpPr>
        <p:spPr>
          <a:xfrm>
            <a:off x="1448171" y="2206636"/>
            <a:ext cx="7135418" cy="369332"/>
          </a:xfrm>
          <a:prstGeom prst="rect">
            <a:avLst/>
          </a:prstGeom>
        </p:spPr>
        <p:txBody>
          <a:bodyPr wrap="square">
            <a:spAutoFit/>
          </a:bodyPr>
          <a:lstStyle/>
          <a:p>
            <a:r>
              <a:rPr lang="en-US" dirty="0"/>
              <a:t>Export operation is used to release final output to customers.</a:t>
            </a:r>
          </a:p>
        </p:txBody>
      </p:sp>
      <p:sp>
        <p:nvSpPr>
          <p:cNvPr id="9" name="Rectangle 8"/>
          <p:cNvSpPr/>
          <p:nvPr/>
        </p:nvSpPr>
        <p:spPr>
          <a:xfrm>
            <a:off x="1467474" y="2620099"/>
            <a:ext cx="9237038" cy="646331"/>
          </a:xfrm>
          <a:prstGeom prst="rect">
            <a:avLst/>
          </a:prstGeom>
        </p:spPr>
        <p:txBody>
          <a:bodyPr wrap="square">
            <a:spAutoFit/>
          </a:bodyPr>
          <a:lstStyle/>
          <a:p>
            <a:r>
              <a:rPr lang="en-US" dirty="0"/>
              <a:t>After exporting, there will be no marks on the released folder because there is no .</a:t>
            </a:r>
            <a:r>
              <a:rPr lang="en-US" dirty="0" err="1"/>
              <a:t>svn</a:t>
            </a:r>
            <a:r>
              <a:rPr lang="en-US" dirty="0"/>
              <a:t> folder, which contains information about repository and revisions.</a:t>
            </a:r>
          </a:p>
        </p:txBody>
      </p:sp>
      <p:pic>
        <p:nvPicPr>
          <p:cNvPr id="10" name="Picture 9"/>
          <p:cNvPicPr>
            <a:picLocks noChangeAspect="1"/>
          </p:cNvPicPr>
          <p:nvPr/>
        </p:nvPicPr>
        <p:blipFill rotWithShape="1">
          <a:blip r:embed="rId3"/>
          <a:srcRect l="37476" t="54516" r="20903" b="22962"/>
          <a:stretch/>
        </p:blipFill>
        <p:spPr>
          <a:xfrm>
            <a:off x="687701" y="3561661"/>
            <a:ext cx="5757333" cy="1751525"/>
          </a:xfrm>
          <a:prstGeom prst="rect">
            <a:avLst/>
          </a:prstGeom>
        </p:spPr>
      </p:pic>
      <p:pic>
        <p:nvPicPr>
          <p:cNvPr id="11" name="Picture 10"/>
          <p:cNvPicPr>
            <a:picLocks noChangeAspect="1"/>
          </p:cNvPicPr>
          <p:nvPr/>
        </p:nvPicPr>
        <p:blipFill rotWithShape="1">
          <a:blip r:embed="rId4"/>
          <a:srcRect l="35344" t="23770" r="26314" b="35137"/>
          <a:stretch/>
        </p:blipFill>
        <p:spPr>
          <a:xfrm>
            <a:off x="6816080" y="3526683"/>
            <a:ext cx="4124310" cy="2485162"/>
          </a:xfrm>
          <a:prstGeom prst="rect">
            <a:avLst/>
          </a:prstGeom>
        </p:spPr>
      </p:pic>
    </p:spTree>
    <p:extLst>
      <p:ext uri="{BB962C8B-B14F-4D97-AF65-F5344CB8AC3E}">
        <p14:creationId xmlns:p14="http://schemas.microsoft.com/office/powerpoint/2010/main" val="4004846930"/>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algn="l"/>
            <a:r>
              <a:rPr lang="de-DE" smtClean="0"/>
              <a:t>Page </a:t>
            </a:r>
            <a:fld id="{3FD030EF-7044-4946-962A-5D7D09BD1B34}" type="slidenum">
              <a:rPr lang="de-DE" smtClean="0"/>
              <a:pPr algn="l"/>
              <a:t>49</a:t>
            </a:fld>
            <a:endParaRPr lang="de-DE" dirty="0"/>
          </a:p>
        </p:txBody>
      </p:sp>
      <p:sp>
        <p:nvSpPr>
          <p:cNvPr id="7" name="Title 1"/>
          <p:cNvSpPr>
            <a:spLocks noGrp="1"/>
          </p:cNvSpPr>
          <p:nvPr>
            <p:ph type="title"/>
          </p:nvPr>
        </p:nvSpPr>
        <p:spPr>
          <a:xfrm>
            <a:off x="1080000" y="764704"/>
            <a:ext cx="8520000" cy="614494"/>
          </a:xfrm>
        </p:spPr>
        <p:txBody>
          <a:bodyPr/>
          <a:lstStyle/>
          <a:p>
            <a:r>
              <a:rPr lang="en-US" dirty="0"/>
              <a:t>USER </a:t>
            </a:r>
            <a:r>
              <a:rPr lang="en-US" dirty="0" smtClean="0"/>
              <a:t>GUIDANCE</a:t>
            </a:r>
            <a:endParaRPr lang="en-US" dirty="0"/>
          </a:p>
        </p:txBody>
      </p:sp>
      <p:sp>
        <p:nvSpPr>
          <p:cNvPr id="8" name="Content Placeholder 7"/>
          <p:cNvSpPr>
            <a:spLocks noGrp="1"/>
          </p:cNvSpPr>
          <p:nvPr>
            <p:ph idx="1"/>
          </p:nvPr>
        </p:nvSpPr>
        <p:spPr>
          <a:xfrm>
            <a:off x="1331508" y="1772816"/>
            <a:ext cx="8856984" cy="368884"/>
          </a:xfrm>
        </p:spPr>
        <p:txBody>
          <a:bodyPr/>
          <a:lstStyle/>
          <a:p>
            <a:pPr marL="0" indent="0">
              <a:buNone/>
            </a:pPr>
            <a:r>
              <a:rPr lang="en-US" sz="2200" b="1" dirty="0" smtClean="0">
                <a:solidFill>
                  <a:srgbClr val="FF0000"/>
                </a:solidFill>
              </a:rPr>
              <a:t>Relocate</a:t>
            </a:r>
          </a:p>
        </p:txBody>
      </p:sp>
      <p:pic>
        <p:nvPicPr>
          <p:cNvPr id="2" name="Picture 1"/>
          <p:cNvPicPr>
            <a:picLocks noChangeAspect="1"/>
          </p:cNvPicPr>
          <p:nvPr/>
        </p:nvPicPr>
        <p:blipFill>
          <a:blip r:embed="rId3"/>
          <a:stretch>
            <a:fillRect/>
          </a:stretch>
        </p:blipFill>
        <p:spPr>
          <a:xfrm>
            <a:off x="1418126" y="2924944"/>
            <a:ext cx="6264696" cy="2458298"/>
          </a:xfrm>
          <a:prstGeom prst="rect">
            <a:avLst/>
          </a:prstGeom>
        </p:spPr>
      </p:pic>
      <p:sp>
        <p:nvSpPr>
          <p:cNvPr id="4" name="TextBox 3"/>
          <p:cNvSpPr txBox="1"/>
          <p:nvPr/>
        </p:nvSpPr>
        <p:spPr>
          <a:xfrm>
            <a:off x="1331508" y="2251631"/>
            <a:ext cx="6397028" cy="369332"/>
          </a:xfrm>
          <a:prstGeom prst="rect">
            <a:avLst/>
          </a:prstGeom>
          <a:noFill/>
        </p:spPr>
        <p:txBody>
          <a:bodyPr wrap="square" rtlCol="0">
            <a:spAutoFit/>
          </a:bodyPr>
          <a:lstStyle/>
          <a:p>
            <a:r>
              <a:rPr lang="en-US" dirty="0" smtClean="0"/>
              <a:t>Your working copy is relocated to a new URL that you fill out</a:t>
            </a:r>
            <a:endParaRPr lang="en-US" dirty="0"/>
          </a:p>
        </p:txBody>
      </p:sp>
      <p:sp>
        <p:nvSpPr>
          <p:cNvPr id="5" name="Rectangle 4"/>
          <p:cNvSpPr/>
          <p:nvPr/>
        </p:nvSpPr>
        <p:spPr>
          <a:xfrm>
            <a:off x="1631504" y="4293096"/>
            <a:ext cx="6097032" cy="43204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2258504"/>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algn="l"/>
            <a:r>
              <a:rPr lang="de-DE" smtClean="0"/>
              <a:t>Page </a:t>
            </a:r>
            <a:fld id="{3FD030EF-7044-4946-962A-5D7D09BD1B34}" type="slidenum">
              <a:rPr lang="de-DE" smtClean="0"/>
              <a:pPr algn="l"/>
              <a:t>50</a:t>
            </a:fld>
            <a:endParaRPr lang="de-DE" dirty="0"/>
          </a:p>
        </p:txBody>
      </p:sp>
      <p:sp>
        <p:nvSpPr>
          <p:cNvPr id="7" name="Title 1"/>
          <p:cNvSpPr>
            <a:spLocks noGrp="1"/>
          </p:cNvSpPr>
          <p:nvPr>
            <p:ph type="title"/>
          </p:nvPr>
        </p:nvSpPr>
        <p:spPr>
          <a:xfrm>
            <a:off x="1080000" y="764704"/>
            <a:ext cx="8520000" cy="614494"/>
          </a:xfrm>
        </p:spPr>
        <p:txBody>
          <a:bodyPr/>
          <a:lstStyle/>
          <a:p>
            <a:r>
              <a:rPr lang="en-US" dirty="0"/>
              <a:t>USER </a:t>
            </a:r>
            <a:r>
              <a:rPr lang="en-US" dirty="0" smtClean="0"/>
              <a:t>GUIDANCE</a:t>
            </a:r>
            <a:endParaRPr lang="en-US" dirty="0"/>
          </a:p>
        </p:txBody>
      </p:sp>
      <p:sp>
        <p:nvSpPr>
          <p:cNvPr id="8" name="Content Placeholder 7"/>
          <p:cNvSpPr>
            <a:spLocks noGrp="1"/>
          </p:cNvSpPr>
          <p:nvPr>
            <p:ph idx="1"/>
          </p:nvPr>
        </p:nvSpPr>
        <p:spPr>
          <a:xfrm>
            <a:off x="1331508" y="1613161"/>
            <a:ext cx="8856984" cy="368884"/>
          </a:xfrm>
        </p:spPr>
        <p:txBody>
          <a:bodyPr/>
          <a:lstStyle/>
          <a:p>
            <a:pPr marL="0" indent="0">
              <a:buNone/>
            </a:pPr>
            <a:r>
              <a:rPr lang="en-US" sz="2200" b="1" dirty="0" smtClean="0">
                <a:solidFill>
                  <a:srgbClr val="FF0000"/>
                </a:solidFill>
              </a:rPr>
              <a:t>Add</a:t>
            </a:r>
          </a:p>
        </p:txBody>
      </p:sp>
      <p:pic>
        <p:nvPicPr>
          <p:cNvPr id="6" name="Picture 5"/>
          <p:cNvPicPr>
            <a:picLocks noChangeAspect="1"/>
          </p:cNvPicPr>
          <p:nvPr/>
        </p:nvPicPr>
        <p:blipFill>
          <a:blip r:embed="rId3"/>
          <a:stretch>
            <a:fillRect/>
          </a:stretch>
        </p:blipFill>
        <p:spPr>
          <a:xfrm>
            <a:off x="6240016" y="2710116"/>
            <a:ext cx="4146380" cy="3338098"/>
          </a:xfrm>
          <a:prstGeom prst="rect">
            <a:avLst/>
          </a:prstGeom>
        </p:spPr>
      </p:pic>
      <p:sp>
        <p:nvSpPr>
          <p:cNvPr id="9" name="TextBox 8"/>
          <p:cNvSpPr txBox="1"/>
          <p:nvPr/>
        </p:nvSpPr>
        <p:spPr>
          <a:xfrm>
            <a:off x="1487488" y="2031342"/>
            <a:ext cx="5976664" cy="369332"/>
          </a:xfrm>
          <a:prstGeom prst="rect">
            <a:avLst/>
          </a:prstGeom>
          <a:noFill/>
        </p:spPr>
        <p:txBody>
          <a:bodyPr wrap="square" rtlCol="0">
            <a:spAutoFit/>
          </a:bodyPr>
          <a:lstStyle/>
          <a:p>
            <a:r>
              <a:rPr lang="en-US" dirty="0" smtClean="0"/>
              <a:t>You can add a new file to your working copy by using:</a:t>
            </a:r>
            <a:endParaRPr lang="en-US" dirty="0"/>
          </a:p>
        </p:txBody>
      </p:sp>
      <p:pic>
        <p:nvPicPr>
          <p:cNvPr id="10" name="Picture 9"/>
          <p:cNvPicPr>
            <a:picLocks noChangeAspect="1"/>
          </p:cNvPicPr>
          <p:nvPr/>
        </p:nvPicPr>
        <p:blipFill>
          <a:blip r:embed="rId4"/>
          <a:stretch>
            <a:fillRect/>
          </a:stretch>
        </p:blipFill>
        <p:spPr>
          <a:xfrm>
            <a:off x="1331508" y="2694227"/>
            <a:ext cx="3426647" cy="3090421"/>
          </a:xfrm>
          <a:prstGeom prst="rect">
            <a:avLst/>
          </a:prstGeom>
        </p:spPr>
      </p:pic>
      <p:sp>
        <p:nvSpPr>
          <p:cNvPr id="11" name="Rectangle 10"/>
          <p:cNvSpPr/>
          <p:nvPr/>
        </p:nvSpPr>
        <p:spPr>
          <a:xfrm>
            <a:off x="3359696" y="5301208"/>
            <a:ext cx="1512168" cy="14401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p:cNvCxnSpPr>
            <a:stCxn id="11" idx="3"/>
          </p:cNvCxnSpPr>
          <p:nvPr/>
        </p:nvCxnSpPr>
        <p:spPr>
          <a:xfrm flipV="1">
            <a:off x="4871864" y="3964662"/>
            <a:ext cx="1728192" cy="1408554"/>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578754768"/>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algn="l"/>
            <a:r>
              <a:rPr lang="de-DE" smtClean="0"/>
              <a:t>Page </a:t>
            </a:r>
            <a:fld id="{3FD030EF-7044-4946-962A-5D7D09BD1B34}" type="slidenum">
              <a:rPr lang="de-DE" smtClean="0"/>
              <a:pPr algn="l"/>
              <a:t>51</a:t>
            </a:fld>
            <a:endParaRPr lang="de-DE" dirty="0"/>
          </a:p>
        </p:txBody>
      </p:sp>
      <p:sp>
        <p:nvSpPr>
          <p:cNvPr id="7" name="Title 1"/>
          <p:cNvSpPr>
            <a:spLocks noGrp="1"/>
          </p:cNvSpPr>
          <p:nvPr>
            <p:ph type="title"/>
          </p:nvPr>
        </p:nvSpPr>
        <p:spPr>
          <a:xfrm>
            <a:off x="1080000" y="764704"/>
            <a:ext cx="8520000" cy="614494"/>
          </a:xfrm>
        </p:spPr>
        <p:txBody>
          <a:bodyPr/>
          <a:lstStyle/>
          <a:p>
            <a:r>
              <a:rPr lang="en-US" dirty="0"/>
              <a:t>USER </a:t>
            </a:r>
            <a:r>
              <a:rPr lang="en-US" dirty="0" smtClean="0"/>
              <a:t>GUIDANCE</a:t>
            </a:r>
            <a:endParaRPr lang="en-US" dirty="0"/>
          </a:p>
        </p:txBody>
      </p:sp>
      <p:sp>
        <p:nvSpPr>
          <p:cNvPr id="8" name="Content Placeholder 7"/>
          <p:cNvSpPr>
            <a:spLocks noGrp="1"/>
          </p:cNvSpPr>
          <p:nvPr>
            <p:ph idx="1"/>
          </p:nvPr>
        </p:nvSpPr>
        <p:spPr>
          <a:xfrm>
            <a:off x="1313882" y="1628238"/>
            <a:ext cx="3600400" cy="368884"/>
          </a:xfrm>
        </p:spPr>
        <p:txBody>
          <a:bodyPr/>
          <a:lstStyle/>
          <a:p>
            <a:pPr marL="0" indent="0">
              <a:buNone/>
            </a:pPr>
            <a:r>
              <a:rPr lang="en-US" sz="2200" b="1" dirty="0" smtClean="0">
                <a:solidFill>
                  <a:srgbClr val="FF0000"/>
                </a:solidFill>
              </a:rPr>
              <a:t>Create patch</a:t>
            </a:r>
          </a:p>
        </p:txBody>
      </p:sp>
      <p:sp>
        <p:nvSpPr>
          <p:cNvPr id="4" name="TextBox 3"/>
          <p:cNvSpPr txBox="1"/>
          <p:nvPr/>
        </p:nvSpPr>
        <p:spPr>
          <a:xfrm>
            <a:off x="1313882" y="2039413"/>
            <a:ext cx="9361040" cy="369332"/>
          </a:xfrm>
          <a:prstGeom prst="rect">
            <a:avLst/>
          </a:prstGeom>
          <a:noFill/>
        </p:spPr>
        <p:txBody>
          <a:bodyPr wrap="square" rtlCol="0">
            <a:spAutoFit/>
          </a:bodyPr>
          <a:lstStyle/>
          <a:p>
            <a:r>
              <a:rPr lang="en-US" dirty="0" smtClean="0"/>
              <a:t>Using create path to store head a version data of file (path file)</a:t>
            </a:r>
            <a:endParaRPr lang="en-US" dirty="0"/>
          </a:p>
        </p:txBody>
      </p:sp>
      <p:pic>
        <p:nvPicPr>
          <p:cNvPr id="5" name="Picture 4"/>
          <p:cNvPicPr>
            <a:picLocks noChangeAspect="1"/>
          </p:cNvPicPr>
          <p:nvPr/>
        </p:nvPicPr>
        <p:blipFill>
          <a:blip r:embed="rId3"/>
          <a:stretch>
            <a:fillRect/>
          </a:stretch>
        </p:blipFill>
        <p:spPr>
          <a:xfrm>
            <a:off x="2207568" y="2614732"/>
            <a:ext cx="5854271" cy="3453662"/>
          </a:xfrm>
          <a:prstGeom prst="rect">
            <a:avLst/>
          </a:prstGeom>
        </p:spPr>
      </p:pic>
    </p:spTree>
    <p:extLst>
      <p:ext uri="{BB962C8B-B14F-4D97-AF65-F5344CB8AC3E}">
        <p14:creationId xmlns:p14="http://schemas.microsoft.com/office/powerpoint/2010/main" val="340597960"/>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algn="l"/>
            <a:r>
              <a:rPr lang="de-DE" smtClean="0"/>
              <a:t>Page </a:t>
            </a:r>
            <a:fld id="{3FD030EF-7044-4946-962A-5D7D09BD1B34}" type="slidenum">
              <a:rPr lang="de-DE" smtClean="0"/>
              <a:pPr algn="l"/>
              <a:t>52</a:t>
            </a:fld>
            <a:endParaRPr lang="de-DE" dirty="0"/>
          </a:p>
        </p:txBody>
      </p:sp>
      <p:sp>
        <p:nvSpPr>
          <p:cNvPr id="7" name="Title 1"/>
          <p:cNvSpPr>
            <a:spLocks noGrp="1"/>
          </p:cNvSpPr>
          <p:nvPr>
            <p:ph type="title"/>
          </p:nvPr>
        </p:nvSpPr>
        <p:spPr>
          <a:xfrm>
            <a:off x="1080000" y="764704"/>
            <a:ext cx="8520000" cy="614494"/>
          </a:xfrm>
        </p:spPr>
        <p:txBody>
          <a:bodyPr/>
          <a:lstStyle/>
          <a:p>
            <a:r>
              <a:rPr lang="en-US" dirty="0"/>
              <a:t>USER </a:t>
            </a:r>
            <a:r>
              <a:rPr lang="en-US" dirty="0" smtClean="0"/>
              <a:t>GUIDANCE</a:t>
            </a:r>
            <a:endParaRPr lang="en-US" dirty="0"/>
          </a:p>
        </p:txBody>
      </p:sp>
      <p:sp>
        <p:nvSpPr>
          <p:cNvPr id="8" name="Content Placeholder 7"/>
          <p:cNvSpPr>
            <a:spLocks noGrp="1"/>
          </p:cNvSpPr>
          <p:nvPr>
            <p:ph idx="1"/>
          </p:nvPr>
        </p:nvSpPr>
        <p:spPr>
          <a:xfrm>
            <a:off x="1313882" y="1628238"/>
            <a:ext cx="3600400" cy="406265"/>
          </a:xfrm>
        </p:spPr>
        <p:txBody>
          <a:bodyPr/>
          <a:lstStyle/>
          <a:p>
            <a:pPr marL="0" indent="0">
              <a:buNone/>
            </a:pPr>
            <a:r>
              <a:rPr lang="en-US" sz="2200" b="1" dirty="0" smtClean="0">
                <a:solidFill>
                  <a:srgbClr val="FF0000"/>
                </a:solidFill>
              </a:rPr>
              <a:t>Apply patch</a:t>
            </a:r>
          </a:p>
        </p:txBody>
      </p:sp>
      <p:sp>
        <p:nvSpPr>
          <p:cNvPr id="4" name="TextBox 3"/>
          <p:cNvSpPr txBox="1"/>
          <p:nvPr/>
        </p:nvSpPr>
        <p:spPr>
          <a:xfrm>
            <a:off x="1313882" y="2082955"/>
            <a:ext cx="9361040" cy="646331"/>
          </a:xfrm>
          <a:prstGeom prst="rect">
            <a:avLst/>
          </a:prstGeom>
          <a:noFill/>
        </p:spPr>
        <p:txBody>
          <a:bodyPr wrap="square" rtlCol="0">
            <a:spAutoFit/>
          </a:bodyPr>
          <a:lstStyle/>
          <a:p>
            <a:r>
              <a:rPr lang="en-US" dirty="0" smtClean="0"/>
              <a:t>Using apply path to compare original version with patched version of file. You can also modify this file</a:t>
            </a:r>
            <a:endParaRPr lang="en-US" dirty="0"/>
          </a:p>
        </p:txBody>
      </p:sp>
      <p:pic>
        <p:nvPicPr>
          <p:cNvPr id="2" name="Picture 1"/>
          <p:cNvPicPr>
            <a:picLocks noChangeAspect="1"/>
          </p:cNvPicPr>
          <p:nvPr/>
        </p:nvPicPr>
        <p:blipFill>
          <a:blip r:embed="rId3"/>
          <a:stretch>
            <a:fillRect/>
          </a:stretch>
        </p:blipFill>
        <p:spPr>
          <a:xfrm>
            <a:off x="4523954" y="2811189"/>
            <a:ext cx="6116862" cy="3148385"/>
          </a:xfrm>
          <a:prstGeom prst="rect">
            <a:avLst/>
          </a:prstGeom>
        </p:spPr>
      </p:pic>
      <p:pic>
        <p:nvPicPr>
          <p:cNvPr id="6" name="Picture 5"/>
          <p:cNvPicPr>
            <a:picLocks noChangeAspect="1"/>
          </p:cNvPicPr>
          <p:nvPr/>
        </p:nvPicPr>
        <p:blipFill>
          <a:blip r:embed="rId4"/>
          <a:stretch>
            <a:fillRect/>
          </a:stretch>
        </p:blipFill>
        <p:spPr>
          <a:xfrm>
            <a:off x="1590259" y="2885203"/>
            <a:ext cx="1668314" cy="3001442"/>
          </a:xfrm>
          <a:prstGeom prst="rect">
            <a:avLst/>
          </a:prstGeom>
        </p:spPr>
      </p:pic>
      <p:sp>
        <p:nvSpPr>
          <p:cNvPr id="10" name="Rectangle 9"/>
          <p:cNvSpPr/>
          <p:nvPr/>
        </p:nvSpPr>
        <p:spPr>
          <a:xfrm>
            <a:off x="1703512" y="3284984"/>
            <a:ext cx="1541758" cy="7200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p:cNvCxnSpPr>
            <a:stCxn id="10" idx="3"/>
          </p:cNvCxnSpPr>
          <p:nvPr/>
        </p:nvCxnSpPr>
        <p:spPr>
          <a:xfrm>
            <a:off x="3245270" y="3320988"/>
            <a:ext cx="1668314" cy="46892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835522685"/>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algn="l"/>
            <a:r>
              <a:rPr lang="de-DE" smtClean="0"/>
              <a:t>Page </a:t>
            </a:r>
            <a:fld id="{3FD030EF-7044-4946-962A-5D7D09BD1B34}" type="slidenum">
              <a:rPr lang="de-DE" smtClean="0"/>
              <a:pPr algn="l"/>
              <a:t>53</a:t>
            </a:fld>
            <a:endParaRPr lang="de-DE" dirty="0"/>
          </a:p>
        </p:txBody>
      </p:sp>
      <p:sp>
        <p:nvSpPr>
          <p:cNvPr id="7" name="Title 1"/>
          <p:cNvSpPr>
            <a:spLocks noGrp="1"/>
          </p:cNvSpPr>
          <p:nvPr>
            <p:ph type="title"/>
          </p:nvPr>
        </p:nvSpPr>
        <p:spPr>
          <a:xfrm>
            <a:off x="1080000" y="764704"/>
            <a:ext cx="8520000" cy="614494"/>
          </a:xfrm>
        </p:spPr>
        <p:txBody>
          <a:bodyPr/>
          <a:lstStyle/>
          <a:p>
            <a:r>
              <a:rPr lang="en-US" dirty="0"/>
              <a:t>USER </a:t>
            </a:r>
            <a:r>
              <a:rPr lang="en-US" dirty="0" smtClean="0"/>
              <a:t>GUIDANCE</a:t>
            </a:r>
            <a:endParaRPr lang="en-US" dirty="0"/>
          </a:p>
        </p:txBody>
      </p:sp>
      <p:sp>
        <p:nvSpPr>
          <p:cNvPr id="8" name="Content Placeholder 7"/>
          <p:cNvSpPr>
            <a:spLocks noGrp="1"/>
          </p:cNvSpPr>
          <p:nvPr>
            <p:ph idx="1"/>
          </p:nvPr>
        </p:nvSpPr>
        <p:spPr>
          <a:xfrm>
            <a:off x="1313882" y="1628238"/>
            <a:ext cx="3600400" cy="368884"/>
          </a:xfrm>
        </p:spPr>
        <p:txBody>
          <a:bodyPr/>
          <a:lstStyle/>
          <a:p>
            <a:pPr marL="0" indent="0">
              <a:buNone/>
            </a:pPr>
            <a:r>
              <a:rPr lang="en-US" sz="2200" b="1" dirty="0" smtClean="0">
                <a:solidFill>
                  <a:srgbClr val="FF0000"/>
                </a:solidFill>
              </a:rPr>
              <a:t>Properties</a:t>
            </a:r>
          </a:p>
        </p:txBody>
      </p:sp>
      <p:sp>
        <p:nvSpPr>
          <p:cNvPr id="2" name="Rectangle 1"/>
          <p:cNvSpPr/>
          <p:nvPr/>
        </p:nvSpPr>
        <p:spPr>
          <a:xfrm>
            <a:off x="1347981" y="2032596"/>
            <a:ext cx="8348420" cy="646331"/>
          </a:xfrm>
          <a:prstGeom prst="rect">
            <a:avLst/>
          </a:prstGeom>
        </p:spPr>
        <p:txBody>
          <a:bodyPr wrap="square">
            <a:spAutoFit/>
          </a:bodyPr>
          <a:lstStyle/>
          <a:p>
            <a:r>
              <a:rPr lang="en-US" dirty="0"/>
              <a:t>You can read and set the Subversion properties from the Windows properties dialog from Context menu → properties.</a:t>
            </a:r>
          </a:p>
        </p:txBody>
      </p:sp>
      <p:pic>
        <p:nvPicPr>
          <p:cNvPr id="6" name="Picture 5"/>
          <p:cNvPicPr>
            <a:picLocks noChangeAspect="1"/>
          </p:cNvPicPr>
          <p:nvPr/>
        </p:nvPicPr>
        <p:blipFill>
          <a:blip r:embed="rId3"/>
          <a:stretch>
            <a:fillRect/>
          </a:stretch>
        </p:blipFill>
        <p:spPr>
          <a:xfrm>
            <a:off x="2378941" y="2924944"/>
            <a:ext cx="6286500" cy="3048000"/>
          </a:xfrm>
          <a:prstGeom prst="rect">
            <a:avLst/>
          </a:prstGeom>
        </p:spPr>
      </p:pic>
    </p:spTree>
    <p:extLst>
      <p:ext uri="{BB962C8B-B14F-4D97-AF65-F5344CB8AC3E}">
        <p14:creationId xmlns:p14="http://schemas.microsoft.com/office/powerpoint/2010/main" val="291778501"/>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algn="l"/>
            <a:r>
              <a:rPr lang="de-DE" smtClean="0"/>
              <a:t>Page </a:t>
            </a:r>
            <a:fld id="{3FD030EF-7044-4946-962A-5D7D09BD1B34}" type="slidenum">
              <a:rPr lang="de-DE" smtClean="0"/>
              <a:pPr algn="l"/>
              <a:t>54</a:t>
            </a:fld>
            <a:endParaRPr lang="de-DE" dirty="0"/>
          </a:p>
        </p:txBody>
      </p:sp>
      <p:sp>
        <p:nvSpPr>
          <p:cNvPr id="7" name="Title 1"/>
          <p:cNvSpPr>
            <a:spLocks noGrp="1"/>
          </p:cNvSpPr>
          <p:nvPr>
            <p:ph type="title"/>
          </p:nvPr>
        </p:nvSpPr>
        <p:spPr>
          <a:xfrm>
            <a:off x="1080000" y="764704"/>
            <a:ext cx="8520000" cy="614494"/>
          </a:xfrm>
        </p:spPr>
        <p:txBody>
          <a:bodyPr/>
          <a:lstStyle/>
          <a:p>
            <a:r>
              <a:rPr lang="en-US" dirty="0"/>
              <a:t>USER </a:t>
            </a:r>
            <a:r>
              <a:rPr lang="en-US" dirty="0" smtClean="0"/>
              <a:t>GUIDANCE</a:t>
            </a:r>
            <a:endParaRPr lang="en-US" dirty="0"/>
          </a:p>
        </p:txBody>
      </p:sp>
      <p:sp>
        <p:nvSpPr>
          <p:cNvPr id="8" name="Content Placeholder 7"/>
          <p:cNvSpPr>
            <a:spLocks noGrp="1"/>
          </p:cNvSpPr>
          <p:nvPr>
            <p:ph idx="1"/>
          </p:nvPr>
        </p:nvSpPr>
        <p:spPr>
          <a:xfrm>
            <a:off x="1299368" y="1599210"/>
            <a:ext cx="3600400" cy="368884"/>
          </a:xfrm>
        </p:spPr>
        <p:txBody>
          <a:bodyPr/>
          <a:lstStyle/>
          <a:p>
            <a:pPr marL="0" indent="0">
              <a:buNone/>
            </a:pPr>
            <a:r>
              <a:rPr lang="en-US" sz="2200" b="1" dirty="0" smtClean="0">
                <a:solidFill>
                  <a:srgbClr val="FF0000"/>
                </a:solidFill>
              </a:rPr>
              <a:t>Settings</a:t>
            </a:r>
          </a:p>
        </p:txBody>
      </p:sp>
      <p:sp>
        <p:nvSpPr>
          <p:cNvPr id="4" name="Rectangle 3"/>
          <p:cNvSpPr/>
          <p:nvPr/>
        </p:nvSpPr>
        <p:spPr>
          <a:xfrm>
            <a:off x="1080000" y="1997122"/>
            <a:ext cx="9844346" cy="1200329"/>
          </a:xfrm>
          <a:prstGeom prst="rect">
            <a:avLst/>
          </a:prstGeom>
        </p:spPr>
        <p:txBody>
          <a:bodyPr wrap="square">
            <a:spAutoFit/>
          </a:bodyPr>
          <a:lstStyle/>
          <a:p>
            <a:pPr marL="285750" indent="-285750">
              <a:buFont typeface="Wingdings" panose="05000000000000000000" pitchFamily="2" charset="2"/>
              <a:buChar char="§"/>
            </a:pPr>
            <a:r>
              <a:rPr lang="en-US" dirty="0"/>
              <a:t>To find out what the different settings are for, just leave your mouse pointer a second on the </a:t>
            </a:r>
            <a:r>
              <a:rPr lang="en-US" dirty="0" smtClean="0"/>
              <a:t>   edit-box/check-box</a:t>
            </a:r>
            <a:r>
              <a:rPr lang="en-US" dirty="0"/>
              <a:t>... and a helpful tooltip will popup</a:t>
            </a:r>
            <a:r>
              <a:rPr lang="en-US" dirty="0" smtClean="0"/>
              <a:t>.</a:t>
            </a:r>
          </a:p>
          <a:p>
            <a:pPr marL="285750" indent="-285750">
              <a:buFont typeface="Wingdings" panose="05000000000000000000" pitchFamily="2" charset="2"/>
              <a:buChar char="§"/>
            </a:pPr>
            <a:r>
              <a:rPr lang="en-US" dirty="0"/>
              <a:t>This dialog allows you to specify your preferred language, and the Subversion-specific settings.</a:t>
            </a:r>
          </a:p>
        </p:txBody>
      </p:sp>
      <p:pic>
        <p:nvPicPr>
          <p:cNvPr id="5" name="Picture 4"/>
          <p:cNvPicPr>
            <a:picLocks noChangeAspect="1"/>
          </p:cNvPicPr>
          <p:nvPr/>
        </p:nvPicPr>
        <p:blipFill>
          <a:blip r:embed="rId3"/>
          <a:stretch>
            <a:fillRect/>
          </a:stretch>
        </p:blipFill>
        <p:spPr>
          <a:xfrm>
            <a:off x="3287688" y="2996952"/>
            <a:ext cx="4405808" cy="3177146"/>
          </a:xfrm>
          <a:prstGeom prst="rect">
            <a:avLst/>
          </a:prstGeom>
        </p:spPr>
      </p:pic>
    </p:spTree>
    <p:extLst>
      <p:ext uri="{BB962C8B-B14F-4D97-AF65-F5344CB8AC3E}">
        <p14:creationId xmlns:p14="http://schemas.microsoft.com/office/powerpoint/2010/main" val="470519490"/>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algn="l"/>
            <a:r>
              <a:rPr lang="de-DE" smtClean="0"/>
              <a:t>Page </a:t>
            </a:r>
            <a:fld id="{3FD030EF-7044-4946-962A-5D7D09BD1B34}" type="slidenum">
              <a:rPr lang="de-DE" smtClean="0"/>
              <a:pPr algn="l"/>
              <a:t>55</a:t>
            </a:fld>
            <a:endParaRPr lang="de-DE" dirty="0"/>
          </a:p>
        </p:txBody>
      </p:sp>
      <p:sp>
        <p:nvSpPr>
          <p:cNvPr id="7" name="Title 1"/>
          <p:cNvSpPr>
            <a:spLocks noGrp="1"/>
          </p:cNvSpPr>
          <p:nvPr>
            <p:ph type="title"/>
          </p:nvPr>
        </p:nvSpPr>
        <p:spPr>
          <a:xfrm>
            <a:off x="1080000" y="764704"/>
            <a:ext cx="8520000" cy="614494"/>
          </a:xfrm>
        </p:spPr>
        <p:txBody>
          <a:bodyPr/>
          <a:lstStyle/>
          <a:p>
            <a:r>
              <a:rPr lang="en-US" dirty="0"/>
              <a:t>USER </a:t>
            </a:r>
            <a:r>
              <a:rPr lang="en-US" dirty="0" smtClean="0"/>
              <a:t>GUIDANCE</a:t>
            </a:r>
            <a:endParaRPr lang="en-US" dirty="0"/>
          </a:p>
        </p:txBody>
      </p:sp>
      <p:sp>
        <p:nvSpPr>
          <p:cNvPr id="8" name="Content Placeholder 7"/>
          <p:cNvSpPr>
            <a:spLocks noGrp="1"/>
          </p:cNvSpPr>
          <p:nvPr>
            <p:ph idx="1"/>
          </p:nvPr>
        </p:nvSpPr>
        <p:spPr>
          <a:xfrm>
            <a:off x="1299368" y="1599210"/>
            <a:ext cx="3600400" cy="368884"/>
          </a:xfrm>
        </p:spPr>
        <p:txBody>
          <a:bodyPr/>
          <a:lstStyle/>
          <a:p>
            <a:pPr marL="0" indent="0">
              <a:buNone/>
            </a:pPr>
            <a:r>
              <a:rPr lang="en-US" sz="2200" b="1" dirty="0" smtClean="0">
                <a:solidFill>
                  <a:srgbClr val="FF0000"/>
                </a:solidFill>
              </a:rPr>
              <a:t>Help</a:t>
            </a:r>
          </a:p>
        </p:txBody>
      </p:sp>
      <p:sp>
        <p:nvSpPr>
          <p:cNvPr id="2" name="TextBox 1"/>
          <p:cNvSpPr txBox="1"/>
          <p:nvPr/>
        </p:nvSpPr>
        <p:spPr>
          <a:xfrm>
            <a:off x="1299368" y="2003440"/>
            <a:ext cx="7488832" cy="369332"/>
          </a:xfrm>
          <a:prstGeom prst="rect">
            <a:avLst/>
          </a:prstGeom>
          <a:noFill/>
        </p:spPr>
        <p:txBody>
          <a:bodyPr wrap="square" rtlCol="0">
            <a:spAutoFit/>
          </a:bodyPr>
          <a:lstStyle/>
          <a:p>
            <a:r>
              <a:rPr lang="en-US" dirty="0" smtClean="0"/>
              <a:t>To see more information about daily use guide , you can see Help dialog</a:t>
            </a:r>
            <a:endParaRPr lang="en-US" dirty="0"/>
          </a:p>
        </p:txBody>
      </p:sp>
      <p:pic>
        <p:nvPicPr>
          <p:cNvPr id="6" name="Picture 5"/>
          <p:cNvPicPr>
            <a:picLocks noChangeAspect="1"/>
          </p:cNvPicPr>
          <p:nvPr/>
        </p:nvPicPr>
        <p:blipFill>
          <a:blip r:embed="rId3"/>
          <a:stretch>
            <a:fillRect/>
          </a:stretch>
        </p:blipFill>
        <p:spPr>
          <a:xfrm>
            <a:off x="5760000" y="2727957"/>
            <a:ext cx="3862497" cy="3153094"/>
          </a:xfrm>
          <a:prstGeom prst="rect">
            <a:avLst/>
          </a:prstGeom>
        </p:spPr>
      </p:pic>
      <p:pic>
        <p:nvPicPr>
          <p:cNvPr id="9" name="Picture 8"/>
          <p:cNvPicPr>
            <a:picLocks noChangeAspect="1"/>
          </p:cNvPicPr>
          <p:nvPr/>
        </p:nvPicPr>
        <p:blipFill>
          <a:blip r:embed="rId4"/>
          <a:stretch>
            <a:fillRect/>
          </a:stretch>
        </p:blipFill>
        <p:spPr>
          <a:xfrm>
            <a:off x="1080000" y="2727957"/>
            <a:ext cx="3299683" cy="3065512"/>
          </a:xfrm>
          <a:prstGeom prst="rect">
            <a:avLst/>
          </a:prstGeom>
        </p:spPr>
      </p:pic>
      <p:sp>
        <p:nvSpPr>
          <p:cNvPr id="10" name="Rectangle 9"/>
          <p:cNvSpPr/>
          <p:nvPr/>
        </p:nvSpPr>
        <p:spPr>
          <a:xfrm>
            <a:off x="2927648" y="5461704"/>
            <a:ext cx="1512168" cy="14401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p:cNvCxnSpPr>
            <a:stCxn id="10" idx="3"/>
          </p:cNvCxnSpPr>
          <p:nvPr/>
        </p:nvCxnSpPr>
        <p:spPr>
          <a:xfrm flipV="1">
            <a:off x="4439816" y="4112945"/>
            <a:ext cx="1380317" cy="1420767"/>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025659829"/>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algn="l"/>
            <a:r>
              <a:rPr lang="de-DE" smtClean="0"/>
              <a:t>Page </a:t>
            </a:r>
            <a:fld id="{3FD030EF-7044-4946-962A-5D7D09BD1B34}" type="slidenum">
              <a:rPr lang="de-DE" smtClean="0"/>
              <a:pPr algn="l"/>
              <a:t>56</a:t>
            </a:fld>
            <a:endParaRPr lang="de-DE" dirty="0"/>
          </a:p>
        </p:txBody>
      </p:sp>
      <p:sp>
        <p:nvSpPr>
          <p:cNvPr id="7" name="Title 1"/>
          <p:cNvSpPr>
            <a:spLocks noGrp="1"/>
          </p:cNvSpPr>
          <p:nvPr>
            <p:ph type="title"/>
          </p:nvPr>
        </p:nvSpPr>
        <p:spPr>
          <a:xfrm>
            <a:off x="1080000" y="764704"/>
            <a:ext cx="8520000" cy="614494"/>
          </a:xfrm>
        </p:spPr>
        <p:txBody>
          <a:bodyPr/>
          <a:lstStyle/>
          <a:p>
            <a:r>
              <a:rPr lang="en-US" dirty="0"/>
              <a:t>USER </a:t>
            </a:r>
            <a:r>
              <a:rPr lang="en-US" dirty="0" smtClean="0"/>
              <a:t>GUIDANCE</a:t>
            </a:r>
            <a:endParaRPr lang="en-US" dirty="0"/>
          </a:p>
        </p:txBody>
      </p:sp>
      <p:sp>
        <p:nvSpPr>
          <p:cNvPr id="8" name="Content Placeholder 7"/>
          <p:cNvSpPr>
            <a:spLocks noGrp="1"/>
          </p:cNvSpPr>
          <p:nvPr>
            <p:ph idx="1"/>
          </p:nvPr>
        </p:nvSpPr>
        <p:spPr>
          <a:xfrm>
            <a:off x="1299368" y="1599210"/>
            <a:ext cx="3600400" cy="368884"/>
          </a:xfrm>
        </p:spPr>
        <p:txBody>
          <a:bodyPr/>
          <a:lstStyle/>
          <a:p>
            <a:pPr marL="0" indent="0">
              <a:buNone/>
            </a:pPr>
            <a:r>
              <a:rPr lang="en-US" sz="2200" b="1" dirty="0" smtClean="0">
                <a:solidFill>
                  <a:srgbClr val="FF0000"/>
                </a:solidFill>
              </a:rPr>
              <a:t>About</a:t>
            </a:r>
          </a:p>
        </p:txBody>
      </p:sp>
      <p:sp>
        <p:nvSpPr>
          <p:cNvPr id="2" name="TextBox 1"/>
          <p:cNvSpPr txBox="1"/>
          <p:nvPr/>
        </p:nvSpPr>
        <p:spPr>
          <a:xfrm>
            <a:off x="1462318" y="1986729"/>
            <a:ext cx="7755364" cy="646331"/>
          </a:xfrm>
          <a:prstGeom prst="rect">
            <a:avLst/>
          </a:prstGeom>
          <a:noFill/>
        </p:spPr>
        <p:txBody>
          <a:bodyPr wrap="square" rtlCol="0">
            <a:spAutoFit/>
          </a:bodyPr>
          <a:lstStyle/>
          <a:p>
            <a:r>
              <a:rPr lang="en-US" dirty="0" smtClean="0"/>
              <a:t>To see information about author, credits, version information,… You can see about dialog</a:t>
            </a:r>
            <a:endParaRPr lang="en-US" dirty="0"/>
          </a:p>
        </p:txBody>
      </p:sp>
      <p:pic>
        <p:nvPicPr>
          <p:cNvPr id="6" name="Picture 5"/>
          <p:cNvPicPr>
            <a:picLocks noChangeAspect="1"/>
          </p:cNvPicPr>
          <p:nvPr/>
        </p:nvPicPr>
        <p:blipFill>
          <a:blip r:embed="rId3"/>
          <a:stretch>
            <a:fillRect/>
          </a:stretch>
        </p:blipFill>
        <p:spPr>
          <a:xfrm>
            <a:off x="5760000" y="2492896"/>
            <a:ext cx="3579708" cy="3600400"/>
          </a:xfrm>
          <a:prstGeom prst="rect">
            <a:avLst/>
          </a:prstGeom>
        </p:spPr>
      </p:pic>
      <p:pic>
        <p:nvPicPr>
          <p:cNvPr id="9" name="Picture 8"/>
          <p:cNvPicPr>
            <a:picLocks noChangeAspect="1"/>
          </p:cNvPicPr>
          <p:nvPr/>
        </p:nvPicPr>
        <p:blipFill>
          <a:blip r:embed="rId4"/>
          <a:stretch>
            <a:fillRect/>
          </a:stretch>
        </p:blipFill>
        <p:spPr>
          <a:xfrm>
            <a:off x="1305978" y="2988407"/>
            <a:ext cx="3512831" cy="3104889"/>
          </a:xfrm>
          <a:prstGeom prst="rect">
            <a:avLst/>
          </a:prstGeom>
        </p:spPr>
      </p:pic>
      <p:sp>
        <p:nvSpPr>
          <p:cNvPr id="11" name="Rectangle 10"/>
          <p:cNvSpPr/>
          <p:nvPr/>
        </p:nvSpPr>
        <p:spPr>
          <a:xfrm>
            <a:off x="3287688" y="5733256"/>
            <a:ext cx="1512168" cy="14401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p:cNvCxnSpPr>
            <a:stCxn id="11" idx="3"/>
            <a:endCxn id="6" idx="1"/>
          </p:cNvCxnSpPr>
          <p:nvPr/>
        </p:nvCxnSpPr>
        <p:spPr>
          <a:xfrm flipV="1">
            <a:off x="4799856" y="4293096"/>
            <a:ext cx="960144" cy="1512168"/>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887916000"/>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cap="all" dirty="0"/>
              <a:t>Agenda</a:t>
            </a:r>
            <a:endParaRPr lang="en-US" dirty="0"/>
          </a:p>
        </p:txBody>
      </p:sp>
      <p:sp>
        <p:nvSpPr>
          <p:cNvPr id="3" name="Foliennummernplatzhalter 2"/>
          <p:cNvSpPr>
            <a:spLocks noGrp="1"/>
          </p:cNvSpPr>
          <p:nvPr>
            <p:ph type="sldNum" sz="quarter" idx="10"/>
          </p:nvPr>
        </p:nvSpPr>
        <p:spPr/>
        <p:txBody>
          <a:bodyPr/>
          <a:lstStyle/>
          <a:p>
            <a:pPr algn="l"/>
            <a:r>
              <a:rPr lang="de-DE"/>
              <a:t>Page </a:t>
            </a:r>
            <a:fld id="{3FD030EF-7044-4946-962A-5D7D09BD1B34}" type="slidenum">
              <a:rPr lang="de-DE" smtClean="0"/>
              <a:pPr algn="l"/>
              <a:t>57</a:t>
            </a:fld>
            <a:endParaRPr lang="de-DE" dirty="0"/>
          </a:p>
        </p:txBody>
      </p:sp>
      <p:sp>
        <p:nvSpPr>
          <p:cNvPr id="4" name="Inhaltsplatzhalter 3"/>
          <p:cNvSpPr>
            <a:spLocks noGrp="1"/>
          </p:cNvSpPr>
          <p:nvPr>
            <p:ph idx="1"/>
          </p:nvPr>
        </p:nvSpPr>
        <p:spPr>
          <a:xfrm>
            <a:off x="1260000" y="2276872"/>
            <a:ext cx="9000000" cy="1932837"/>
          </a:xfrm>
        </p:spPr>
        <p:txBody>
          <a:bodyPr/>
          <a:lstStyle/>
          <a:p>
            <a:pPr lvl="1"/>
            <a:r>
              <a:rPr lang="de-DE" sz="2200" dirty="0" smtClean="0"/>
              <a:t>Introduction</a:t>
            </a:r>
          </a:p>
          <a:p>
            <a:pPr lvl="1"/>
            <a:r>
              <a:rPr lang="de-DE" sz="2200" dirty="0" smtClean="0"/>
              <a:t>User guideline</a:t>
            </a:r>
          </a:p>
          <a:p>
            <a:pPr lvl="1" algn="just"/>
            <a:r>
              <a:rPr lang="en-US" sz="2200" dirty="0" smtClean="0">
                <a:solidFill>
                  <a:srgbClr val="FF0000"/>
                </a:solidFill>
              </a:rPr>
              <a:t>Abnormal cases</a:t>
            </a:r>
          </a:p>
          <a:p>
            <a:pPr marL="0" lvl="1" indent="0">
              <a:buNone/>
            </a:pPr>
            <a:endParaRPr lang="en-US" sz="2200" dirty="0"/>
          </a:p>
        </p:txBody>
      </p:sp>
    </p:spTree>
    <p:extLst>
      <p:ext uri="{BB962C8B-B14F-4D97-AF65-F5344CB8AC3E}">
        <p14:creationId xmlns:p14="http://schemas.microsoft.com/office/powerpoint/2010/main" val="3553000647"/>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algn="l"/>
            <a:r>
              <a:rPr lang="de-DE" smtClean="0"/>
              <a:t>Page </a:t>
            </a:r>
            <a:fld id="{3FD030EF-7044-4946-962A-5D7D09BD1B34}" type="slidenum">
              <a:rPr lang="de-DE" smtClean="0"/>
              <a:pPr algn="l"/>
              <a:t>58</a:t>
            </a:fld>
            <a:endParaRPr lang="de-DE" dirty="0"/>
          </a:p>
        </p:txBody>
      </p:sp>
      <p:sp>
        <p:nvSpPr>
          <p:cNvPr id="7" name="Title 1"/>
          <p:cNvSpPr>
            <a:spLocks noGrp="1"/>
          </p:cNvSpPr>
          <p:nvPr>
            <p:ph type="title"/>
          </p:nvPr>
        </p:nvSpPr>
        <p:spPr>
          <a:xfrm>
            <a:off x="1080000" y="936000"/>
            <a:ext cx="8520000" cy="443198"/>
          </a:xfrm>
        </p:spPr>
        <p:txBody>
          <a:bodyPr/>
          <a:lstStyle/>
          <a:p>
            <a:r>
              <a:rPr lang="en-US" dirty="0" smtClean="0"/>
              <a:t>ABNORMAL CASES</a:t>
            </a:r>
            <a:endParaRPr lang="en-US" dirty="0"/>
          </a:p>
        </p:txBody>
      </p:sp>
      <p:sp>
        <p:nvSpPr>
          <p:cNvPr id="8" name="Content Placeholder 7"/>
          <p:cNvSpPr>
            <a:spLocks noGrp="1"/>
          </p:cNvSpPr>
          <p:nvPr>
            <p:ph idx="1"/>
          </p:nvPr>
        </p:nvSpPr>
        <p:spPr>
          <a:xfrm>
            <a:off x="1080000" y="1693221"/>
            <a:ext cx="10513168" cy="2317558"/>
          </a:xfrm>
        </p:spPr>
        <p:txBody>
          <a:bodyPr/>
          <a:lstStyle/>
          <a:p>
            <a:pPr marL="0" indent="0">
              <a:buNone/>
            </a:pPr>
            <a:r>
              <a:rPr lang="en-US" sz="2200" dirty="0" smtClean="0">
                <a:solidFill>
                  <a:srgbClr val="FF0000"/>
                </a:solidFill>
              </a:rPr>
              <a:t> Can not get lock and commit:</a:t>
            </a:r>
          </a:p>
          <a:p>
            <a:r>
              <a:rPr lang="en-US" sz="2200" dirty="0" smtClean="0">
                <a:solidFill>
                  <a:schemeClr val="tx2"/>
                </a:solidFill>
              </a:rPr>
              <a:t>Reason</a:t>
            </a:r>
            <a:r>
              <a:rPr lang="en-US" sz="2200" dirty="0">
                <a:solidFill>
                  <a:schemeClr val="tx2"/>
                </a:solidFill>
              </a:rPr>
              <a:t>: </a:t>
            </a:r>
            <a:r>
              <a:rPr lang="en-US" sz="2200" dirty="0" smtClean="0"/>
              <a:t>Some </a:t>
            </a:r>
            <a:r>
              <a:rPr lang="en-US" sz="2200" dirty="0"/>
              <a:t>one </a:t>
            </a:r>
            <a:r>
              <a:rPr lang="en-US" sz="2200" dirty="0" smtClean="0"/>
              <a:t>locked or modified </a:t>
            </a:r>
            <a:r>
              <a:rPr lang="en-US" sz="2200" dirty="0"/>
              <a:t>these </a:t>
            </a:r>
            <a:r>
              <a:rPr lang="en-US" sz="2200" dirty="0" smtClean="0"/>
              <a:t>files/folders </a:t>
            </a:r>
            <a:r>
              <a:rPr lang="en-US" sz="2200" dirty="0"/>
              <a:t>and committed onto </a:t>
            </a:r>
            <a:r>
              <a:rPr lang="en-US" sz="2200" dirty="0" smtClean="0"/>
              <a:t>repo.</a:t>
            </a:r>
          </a:p>
          <a:p>
            <a:r>
              <a:rPr lang="en-US" sz="2200" dirty="0" smtClean="0">
                <a:solidFill>
                  <a:schemeClr val="tx2"/>
                </a:solidFill>
              </a:rPr>
              <a:t>Countermeasure: </a:t>
            </a:r>
            <a:r>
              <a:rPr lang="en-US" sz="2200" dirty="0"/>
              <a:t>C</a:t>
            </a:r>
            <a:r>
              <a:rPr lang="en-US" sz="2200" dirty="0" smtClean="0"/>
              <a:t>heck </a:t>
            </a:r>
            <a:r>
              <a:rPr lang="en-US" sz="2200" dirty="0"/>
              <a:t>file/folder status on </a:t>
            </a:r>
            <a:r>
              <a:rPr lang="en-US" sz="2200" dirty="0" smtClean="0"/>
              <a:t>repo: </a:t>
            </a:r>
            <a:r>
              <a:rPr lang="en-US" sz="2200" dirty="0" err="1" smtClean="0"/>
              <a:t>TortoiseSVN</a:t>
            </a:r>
            <a:r>
              <a:rPr lang="en-US" sz="2200" dirty="0"/>
              <a:t> </a:t>
            </a:r>
            <a:r>
              <a:rPr lang="en-US" sz="2200" dirty="0">
                <a:sym typeface="Wingdings" panose="05000000000000000000" pitchFamily="2" charset="2"/>
              </a:rPr>
              <a:t></a:t>
            </a:r>
            <a:r>
              <a:rPr lang="en-US" sz="2200" dirty="0" smtClean="0"/>
              <a:t> </a:t>
            </a:r>
            <a:r>
              <a:rPr lang="en-US" sz="2200" dirty="0"/>
              <a:t>Repo-browser</a:t>
            </a:r>
            <a:r>
              <a:rPr lang="en-US" sz="2200" dirty="0" smtClean="0"/>
              <a:t>.</a:t>
            </a:r>
          </a:p>
          <a:p>
            <a:pPr marL="0" indent="0" algn="just">
              <a:buNone/>
            </a:pPr>
            <a:r>
              <a:rPr lang="en-US" sz="2200" dirty="0" smtClean="0"/>
              <a:t>                               </a:t>
            </a:r>
            <a:endParaRPr lang="en-US" sz="2200" dirty="0"/>
          </a:p>
        </p:txBody>
      </p:sp>
      <p:sp>
        <p:nvSpPr>
          <p:cNvPr id="2" name="Rectangle 1"/>
          <p:cNvSpPr/>
          <p:nvPr/>
        </p:nvSpPr>
        <p:spPr>
          <a:xfrm>
            <a:off x="3287688" y="3567323"/>
            <a:ext cx="8496568" cy="1107996"/>
          </a:xfrm>
          <a:prstGeom prst="rect">
            <a:avLst/>
          </a:prstGeom>
        </p:spPr>
        <p:txBody>
          <a:bodyPr wrap="square">
            <a:spAutoFit/>
          </a:bodyPr>
          <a:lstStyle/>
          <a:p>
            <a:r>
              <a:rPr lang="en-US" sz="2200" dirty="0" smtClean="0"/>
              <a:t> After </a:t>
            </a:r>
            <a:r>
              <a:rPr lang="en-US" sz="2200" dirty="0"/>
              <a:t>going to the specific location on repo. You can </a:t>
            </a:r>
            <a:r>
              <a:rPr lang="en-US" sz="2200" dirty="0" smtClean="0"/>
              <a:t>check status </a:t>
            </a:r>
          </a:p>
          <a:p>
            <a:r>
              <a:rPr lang="en-US" sz="2200" dirty="0" smtClean="0"/>
              <a:t> </a:t>
            </a:r>
          </a:p>
          <a:p>
            <a:r>
              <a:rPr lang="en-US" sz="2200" dirty="0" smtClean="0"/>
              <a:t> of the file </a:t>
            </a:r>
            <a:r>
              <a:rPr lang="en-US" sz="2200" dirty="0"/>
              <a:t>which you want to </a:t>
            </a:r>
            <a:r>
              <a:rPr lang="en-US" sz="2200" dirty="0" smtClean="0"/>
              <a:t>modify.</a:t>
            </a:r>
            <a:endParaRPr lang="en-US" sz="2200" dirty="0"/>
          </a:p>
        </p:txBody>
      </p:sp>
    </p:spTree>
    <p:extLst>
      <p:ext uri="{BB962C8B-B14F-4D97-AF65-F5344CB8AC3E}">
        <p14:creationId xmlns:p14="http://schemas.microsoft.com/office/powerpoint/2010/main" val="3677641330"/>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algn="l"/>
            <a:r>
              <a:rPr lang="de-DE" smtClean="0"/>
              <a:t>Page </a:t>
            </a:r>
            <a:fld id="{3FD030EF-7044-4946-962A-5D7D09BD1B34}" type="slidenum">
              <a:rPr lang="de-DE" smtClean="0"/>
              <a:pPr algn="l"/>
              <a:t>59</a:t>
            </a:fld>
            <a:endParaRPr lang="de-DE" dirty="0"/>
          </a:p>
        </p:txBody>
      </p:sp>
      <p:sp>
        <p:nvSpPr>
          <p:cNvPr id="7" name="Title 1"/>
          <p:cNvSpPr>
            <a:spLocks noGrp="1"/>
          </p:cNvSpPr>
          <p:nvPr>
            <p:ph type="title"/>
          </p:nvPr>
        </p:nvSpPr>
        <p:spPr>
          <a:xfrm>
            <a:off x="1080000" y="936000"/>
            <a:ext cx="8520000" cy="443198"/>
          </a:xfrm>
        </p:spPr>
        <p:txBody>
          <a:bodyPr/>
          <a:lstStyle/>
          <a:p>
            <a:r>
              <a:rPr lang="en-US" dirty="0" smtClean="0"/>
              <a:t>ABNORMAL CASES</a:t>
            </a:r>
            <a:endParaRPr lang="en-US" dirty="0"/>
          </a:p>
        </p:txBody>
      </p:sp>
      <p:sp>
        <p:nvSpPr>
          <p:cNvPr id="8" name="Content Placeholder 7"/>
          <p:cNvSpPr>
            <a:spLocks noGrp="1"/>
          </p:cNvSpPr>
          <p:nvPr>
            <p:ph idx="1"/>
          </p:nvPr>
        </p:nvSpPr>
        <p:spPr>
          <a:xfrm>
            <a:off x="1080000" y="1693221"/>
            <a:ext cx="10513168" cy="2317558"/>
          </a:xfrm>
        </p:spPr>
        <p:txBody>
          <a:bodyPr/>
          <a:lstStyle/>
          <a:p>
            <a:pPr marL="0" indent="0">
              <a:buNone/>
            </a:pPr>
            <a:r>
              <a:rPr lang="en-US" sz="2200" dirty="0" smtClean="0">
                <a:solidFill>
                  <a:srgbClr val="FF0000"/>
                </a:solidFill>
              </a:rPr>
              <a:t> Can not get lock and commit:</a:t>
            </a:r>
          </a:p>
          <a:p>
            <a:r>
              <a:rPr lang="en-US" sz="2200" dirty="0" smtClean="0">
                <a:solidFill>
                  <a:schemeClr val="tx2"/>
                </a:solidFill>
              </a:rPr>
              <a:t>Reason</a:t>
            </a:r>
            <a:r>
              <a:rPr lang="en-US" sz="2200" dirty="0">
                <a:solidFill>
                  <a:schemeClr val="tx2"/>
                </a:solidFill>
              </a:rPr>
              <a:t>: </a:t>
            </a:r>
            <a:r>
              <a:rPr lang="en-US" sz="2200" dirty="0" smtClean="0"/>
              <a:t>Some </a:t>
            </a:r>
            <a:r>
              <a:rPr lang="en-US" sz="2200" dirty="0"/>
              <a:t>one </a:t>
            </a:r>
            <a:r>
              <a:rPr lang="en-US" sz="2200" dirty="0" smtClean="0"/>
              <a:t>locked or modified </a:t>
            </a:r>
            <a:r>
              <a:rPr lang="en-US" sz="2200" dirty="0"/>
              <a:t>these </a:t>
            </a:r>
            <a:r>
              <a:rPr lang="en-US" sz="2200" dirty="0" smtClean="0"/>
              <a:t>files/folders </a:t>
            </a:r>
            <a:r>
              <a:rPr lang="en-US" sz="2200" dirty="0"/>
              <a:t>and committed onto </a:t>
            </a:r>
            <a:r>
              <a:rPr lang="en-US" sz="2200" dirty="0" smtClean="0"/>
              <a:t>repo.</a:t>
            </a:r>
          </a:p>
          <a:p>
            <a:r>
              <a:rPr lang="en-US" sz="2200" dirty="0" smtClean="0">
                <a:solidFill>
                  <a:schemeClr val="tx2"/>
                </a:solidFill>
              </a:rPr>
              <a:t>Countermeasure: </a:t>
            </a:r>
            <a:r>
              <a:rPr lang="en-US" sz="2200" dirty="0"/>
              <a:t>C</a:t>
            </a:r>
            <a:r>
              <a:rPr lang="en-US" sz="2200" dirty="0" smtClean="0"/>
              <a:t>heck </a:t>
            </a:r>
            <a:r>
              <a:rPr lang="en-US" sz="2200" dirty="0"/>
              <a:t>file/folder status on </a:t>
            </a:r>
            <a:r>
              <a:rPr lang="en-US" sz="2200" dirty="0" smtClean="0"/>
              <a:t>repo: </a:t>
            </a:r>
            <a:r>
              <a:rPr lang="en-US" sz="2200" dirty="0" err="1" smtClean="0"/>
              <a:t>TortoiseSVN</a:t>
            </a:r>
            <a:r>
              <a:rPr lang="en-US" sz="2200" dirty="0"/>
              <a:t> </a:t>
            </a:r>
            <a:r>
              <a:rPr lang="en-US" sz="2200" dirty="0">
                <a:sym typeface="Wingdings" panose="05000000000000000000" pitchFamily="2" charset="2"/>
              </a:rPr>
              <a:t></a:t>
            </a:r>
            <a:r>
              <a:rPr lang="en-US" sz="2200" dirty="0" smtClean="0"/>
              <a:t> </a:t>
            </a:r>
            <a:r>
              <a:rPr lang="en-US" sz="2200" dirty="0"/>
              <a:t>Repo-browser</a:t>
            </a:r>
            <a:r>
              <a:rPr lang="en-US" sz="2200" dirty="0" smtClean="0"/>
              <a:t>.</a:t>
            </a:r>
          </a:p>
          <a:p>
            <a:pPr marL="0" indent="0" algn="just">
              <a:buNone/>
            </a:pPr>
            <a:r>
              <a:rPr lang="en-US" sz="2200" dirty="0" smtClean="0"/>
              <a:t>                               </a:t>
            </a:r>
            <a:endParaRPr lang="en-US" sz="2200" dirty="0"/>
          </a:p>
        </p:txBody>
      </p:sp>
      <p:sp>
        <p:nvSpPr>
          <p:cNvPr id="2" name="Rectangle 1"/>
          <p:cNvSpPr/>
          <p:nvPr/>
        </p:nvSpPr>
        <p:spPr>
          <a:xfrm>
            <a:off x="3287688" y="3567323"/>
            <a:ext cx="8496568" cy="1107996"/>
          </a:xfrm>
          <a:prstGeom prst="rect">
            <a:avLst/>
          </a:prstGeom>
        </p:spPr>
        <p:txBody>
          <a:bodyPr wrap="square">
            <a:spAutoFit/>
          </a:bodyPr>
          <a:lstStyle/>
          <a:p>
            <a:r>
              <a:rPr lang="en-US" sz="2200" dirty="0" smtClean="0"/>
              <a:t> After </a:t>
            </a:r>
            <a:r>
              <a:rPr lang="en-US" sz="2200" dirty="0"/>
              <a:t>going to the specific location on repo. You can </a:t>
            </a:r>
            <a:r>
              <a:rPr lang="en-US" sz="2200" dirty="0" smtClean="0"/>
              <a:t>check status </a:t>
            </a:r>
          </a:p>
          <a:p>
            <a:r>
              <a:rPr lang="en-US" sz="2200" dirty="0" smtClean="0"/>
              <a:t> </a:t>
            </a:r>
          </a:p>
          <a:p>
            <a:r>
              <a:rPr lang="en-US" sz="2200" dirty="0" smtClean="0"/>
              <a:t> of the file </a:t>
            </a:r>
            <a:r>
              <a:rPr lang="en-US" sz="2200" dirty="0"/>
              <a:t>which you want to </a:t>
            </a:r>
            <a:r>
              <a:rPr lang="en-US" sz="2200" dirty="0" smtClean="0"/>
              <a:t>modify.</a:t>
            </a:r>
            <a:endParaRPr lang="en-US" sz="2200" dirty="0"/>
          </a:p>
        </p:txBody>
      </p:sp>
    </p:spTree>
    <p:extLst>
      <p:ext uri="{BB962C8B-B14F-4D97-AF65-F5344CB8AC3E}">
        <p14:creationId xmlns:p14="http://schemas.microsoft.com/office/powerpoint/2010/main" val="3591138873"/>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algn="l"/>
            <a:r>
              <a:rPr lang="de-DE" smtClean="0"/>
              <a:t>Page </a:t>
            </a:r>
            <a:fld id="{3FD030EF-7044-4946-962A-5D7D09BD1B34}" type="slidenum">
              <a:rPr lang="de-DE" smtClean="0"/>
              <a:pPr algn="l"/>
              <a:t>60</a:t>
            </a:fld>
            <a:endParaRPr lang="de-DE" dirty="0"/>
          </a:p>
        </p:txBody>
      </p:sp>
      <p:sp>
        <p:nvSpPr>
          <p:cNvPr id="7" name="Title 1"/>
          <p:cNvSpPr>
            <a:spLocks noGrp="1"/>
          </p:cNvSpPr>
          <p:nvPr>
            <p:ph type="title"/>
          </p:nvPr>
        </p:nvSpPr>
        <p:spPr>
          <a:xfrm>
            <a:off x="1080000" y="936000"/>
            <a:ext cx="8520000" cy="443198"/>
          </a:xfrm>
        </p:spPr>
        <p:txBody>
          <a:bodyPr/>
          <a:lstStyle/>
          <a:p>
            <a:r>
              <a:rPr lang="en-US" dirty="0" smtClean="0"/>
              <a:t>ABNORMAL CASES</a:t>
            </a:r>
            <a:endParaRPr lang="en-US" dirty="0"/>
          </a:p>
        </p:txBody>
      </p:sp>
      <p:sp>
        <p:nvSpPr>
          <p:cNvPr id="8" name="Content Placeholder 7"/>
          <p:cNvSpPr>
            <a:spLocks noGrp="1"/>
          </p:cNvSpPr>
          <p:nvPr>
            <p:ph idx="1"/>
          </p:nvPr>
        </p:nvSpPr>
        <p:spPr>
          <a:xfrm>
            <a:off x="1343472" y="1916832"/>
            <a:ext cx="11449272" cy="4302716"/>
          </a:xfrm>
        </p:spPr>
        <p:txBody>
          <a:bodyPr/>
          <a:lstStyle/>
          <a:p>
            <a:pPr marL="0" indent="0">
              <a:buNone/>
            </a:pPr>
            <a:r>
              <a:rPr lang="en-US" sz="2200" dirty="0" smtClean="0">
                <a:solidFill>
                  <a:srgbClr val="FF0000"/>
                </a:solidFill>
              </a:rPr>
              <a:t>Conflict:</a:t>
            </a:r>
          </a:p>
          <a:p>
            <a:pPr marL="0" indent="0">
              <a:buNone/>
            </a:pPr>
            <a:r>
              <a:rPr lang="en-US" sz="2200" dirty="0">
                <a:solidFill>
                  <a:schemeClr val="tx2"/>
                </a:solidFill>
              </a:rPr>
              <a:t> </a:t>
            </a:r>
            <a:r>
              <a:rPr lang="en-US" sz="2200" dirty="0" smtClean="0">
                <a:solidFill>
                  <a:schemeClr val="tx2"/>
                </a:solidFill>
              </a:rPr>
              <a:t>      Reason: </a:t>
            </a:r>
            <a:r>
              <a:rPr lang="en-US" sz="2200" dirty="0" smtClean="0"/>
              <a:t>The file you want to modify/commit is out of date</a:t>
            </a:r>
          </a:p>
          <a:p>
            <a:pPr marL="0" indent="0">
              <a:buNone/>
            </a:pPr>
            <a:r>
              <a:rPr lang="en-US" sz="2200" dirty="0" smtClean="0"/>
              <a:t>       </a:t>
            </a:r>
            <a:r>
              <a:rPr lang="en-US" sz="2200" dirty="0" smtClean="0">
                <a:solidFill>
                  <a:schemeClr val="tx2"/>
                </a:solidFill>
              </a:rPr>
              <a:t>Avoiding conflict: </a:t>
            </a:r>
            <a:r>
              <a:rPr lang="en-US" sz="2200" dirty="0" smtClean="0"/>
              <a:t>“</a:t>
            </a:r>
            <a:r>
              <a:rPr lang="en-US" sz="2400" dirty="0" smtClean="0"/>
              <a:t>Update” or “Checkout” before modifying </a:t>
            </a:r>
          </a:p>
          <a:p>
            <a:pPr marL="0" indent="0">
              <a:buNone/>
            </a:pPr>
            <a:r>
              <a:rPr lang="en-US" sz="2400" dirty="0"/>
              <a:t> </a:t>
            </a:r>
            <a:r>
              <a:rPr lang="en-US" sz="2400" dirty="0" smtClean="0"/>
              <a:t>     </a:t>
            </a:r>
            <a:endParaRPr lang="en-US" sz="2200" dirty="0" smtClean="0"/>
          </a:p>
          <a:p>
            <a:pPr marL="0" indent="0">
              <a:buNone/>
            </a:pPr>
            <a:endParaRPr lang="en-US" sz="2200" dirty="0" smtClean="0">
              <a:solidFill>
                <a:srgbClr val="FF0000"/>
              </a:solidFill>
            </a:endParaRPr>
          </a:p>
          <a:p>
            <a:pPr marL="0" indent="0">
              <a:buNone/>
            </a:pPr>
            <a:endParaRPr lang="en-US" sz="2200" dirty="0" smtClean="0"/>
          </a:p>
          <a:p>
            <a:pPr marL="0" indent="0" algn="just">
              <a:buNone/>
            </a:pPr>
            <a:r>
              <a:rPr lang="en-US" sz="2200" dirty="0" smtClean="0"/>
              <a:t>                               </a:t>
            </a:r>
            <a:endParaRPr lang="en-US" sz="2200" dirty="0"/>
          </a:p>
        </p:txBody>
      </p:sp>
    </p:spTree>
    <p:extLst>
      <p:ext uri="{BB962C8B-B14F-4D97-AF65-F5344CB8AC3E}">
        <p14:creationId xmlns:p14="http://schemas.microsoft.com/office/powerpoint/2010/main" val="3034617078"/>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algn="l"/>
            <a:r>
              <a:rPr lang="de-DE" smtClean="0"/>
              <a:t>Page </a:t>
            </a:r>
            <a:fld id="{3FD030EF-7044-4946-962A-5D7D09BD1B34}" type="slidenum">
              <a:rPr lang="de-DE" smtClean="0"/>
              <a:pPr algn="l"/>
              <a:t>61</a:t>
            </a:fld>
            <a:endParaRPr lang="de-DE" dirty="0"/>
          </a:p>
        </p:txBody>
      </p:sp>
      <p:sp>
        <p:nvSpPr>
          <p:cNvPr id="7" name="Title 1"/>
          <p:cNvSpPr>
            <a:spLocks noGrp="1"/>
          </p:cNvSpPr>
          <p:nvPr>
            <p:ph type="title"/>
          </p:nvPr>
        </p:nvSpPr>
        <p:spPr>
          <a:xfrm>
            <a:off x="1080000" y="936000"/>
            <a:ext cx="8520000" cy="443198"/>
          </a:xfrm>
        </p:spPr>
        <p:txBody>
          <a:bodyPr/>
          <a:lstStyle/>
          <a:p>
            <a:r>
              <a:rPr lang="en-US" dirty="0" smtClean="0"/>
              <a:t>ABNORMAL CASES</a:t>
            </a:r>
            <a:endParaRPr lang="en-US" dirty="0"/>
          </a:p>
        </p:txBody>
      </p:sp>
      <p:sp>
        <p:nvSpPr>
          <p:cNvPr id="8" name="Content Placeholder 7"/>
          <p:cNvSpPr>
            <a:spLocks noGrp="1"/>
          </p:cNvSpPr>
          <p:nvPr>
            <p:ph idx="1"/>
          </p:nvPr>
        </p:nvSpPr>
        <p:spPr>
          <a:xfrm>
            <a:off x="970791" y="1772816"/>
            <a:ext cx="11221209" cy="6537174"/>
          </a:xfrm>
        </p:spPr>
        <p:txBody>
          <a:bodyPr/>
          <a:lstStyle/>
          <a:p>
            <a:pPr marL="0" indent="0">
              <a:buNone/>
            </a:pPr>
            <a:r>
              <a:rPr lang="en-US" sz="2200" dirty="0" smtClean="0">
                <a:solidFill>
                  <a:srgbClr val="FF0000"/>
                </a:solidFill>
              </a:rPr>
              <a:t>Conflict:</a:t>
            </a:r>
          </a:p>
          <a:p>
            <a:pPr marL="0" indent="0">
              <a:buNone/>
            </a:pPr>
            <a:r>
              <a:rPr lang="en-US" sz="2400" dirty="0" smtClean="0"/>
              <a:t>Solving conflict: There are 3 options</a:t>
            </a:r>
          </a:p>
          <a:p>
            <a:r>
              <a:rPr lang="en-US" sz="2400" dirty="0" smtClean="0"/>
              <a:t>Scrap your changes and go with the current work from your colleague: revert the changes and update.</a:t>
            </a:r>
          </a:p>
          <a:p>
            <a:r>
              <a:rPr lang="en-US" sz="2400" dirty="0" smtClean="0"/>
              <a:t>Keep your changes and dump whatever your colleague did: copy your version over the original and tell Subversion you have resolved the conflict</a:t>
            </a:r>
          </a:p>
          <a:p>
            <a:r>
              <a:rPr lang="en-US" sz="2400" dirty="0" smtClean="0"/>
              <a:t>Merge both version to a new version: Manual edit README.</a:t>
            </a:r>
          </a:p>
          <a:p>
            <a:pPr marL="0" indent="0">
              <a:buNone/>
            </a:pPr>
            <a:endParaRPr lang="en-US" sz="2200" dirty="0" smtClean="0"/>
          </a:p>
          <a:p>
            <a:pPr marL="0" indent="0">
              <a:buNone/>
            </a:pPr>
            <a:endParaRPr lang="en-US" sz="2200" dirty="0" smtClean="0">
              <a:solidFill>
                <a:srgbClr val="FF0000"/>
              </a:solidFill>
            </a:endParaRPr>
          </a:p>
          <a:p>
            <a:pPr marL="0" indent="0">
              <a:buNone/>
            </a:pPr>
            <a:endParaRPr lang="en-US" sz="2200" dirty="0" smtClean="0"/>
          </a:p>
          <a:p>
            <a:pPr marL="0" indent="0" algn="just">
              <a:buNone/>
            </a:pPr>
            <a:r>
              <a:rPr lang="en-US" sz="2200" dirty="0" smtClean="0"/>
              <a:t>                               </a:t>
            </a:r>
            <a:endParaRPr lang="en-US" sz="2200" dirty="0"/>
          </a:p>
        </p:txBody>
      </p:sp>
    </p:spTree>
    <p:extLst>
      <p:ext uri="{BB962C8B-B14F-4D97-AF65-F5344CB8AC3E}">
        <p14:creationId xmlns:p14="http://schemas.microsoft.com/office/powerpoint/2010/main" val="4076798601"/>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algn="l"/>
            <a:r>
              <a:rPr lang="de-DE" smtClean="0"/>
              <a:t>Page </a:t>
            </a:r>
            <a:fld id="{3FD030EF-7044-4946-962A-5D7D09BD1B34}" type="slidenum">
              <a:rPr lang="de-DE" smtClean="0"/>
              <a:pPr algn="l"/>
              <a:t>62</a:t>
            </a:fld>
            <a:endParaRPr lang="de-DE" dirty="0"/>
          </a:p>
        </p:txBody>
      </p:sp>
      <p:sp>
        <p:nvSpPr>
          <p:cNvPr id="7" name="Title 1"/>
          <p:cNvSpPr>
            <a:spLocks noGrp="1"/>
          </p:cNvSpPr>
          <p:nvPr>
            <p:ph type="title"/>
          </p:nvPr>
        </p:nvSpPr>
        <p:spPr>
          <a:xfrm>
            <a:off x="1080000" y="936000"/>
            <a:ext cx="8520000" cy="443198"/>
          </a:xfrm>
        </p:spPr>
        <p:txBody>
          <a:bodyPr/>
          <a:lstStyle/>
          <a:p>
            <a:r>
              <a:rPr lang="en-US" dirty="0" smtClean="0"/>
              <a:t>ABNORMAL CASES</a:t>
            </a:r>
            <a:endParaRPr lang="en-US" dirty="0"/>
          </a:p>
        </p:txBody>
      </p:sp>
      <p:sp>
        <p:nvSpPr>
          <p:cNvPr id="8" name="Content Placeholder 7"/>
          <p:cNvSpPr>
            <a:spLocks noGrp="1"/>
          </p:cNvSpPr>
          <p:nvPr>
            <p:ph idx="1"/>
          </p:nvPr>
        </p:nvSpPr>
        <p:spPr>
          <a:xfrm>
            <a:off x="970791" y="1628800"/>
            <a:ext cx="11221209" cy="4976747"/>
          </a:xfrm>
        </p:spPr>
        <p:txBody>
          <a:bodyPr/>
          <a:lstStyle/>
          <a:p>
            <a:pPr marL="0" indent="0">
              <a:buNone/>
            </a:pPr>
            <a:r>
              <a:rPr lang="en-US" sz="2200" dirty="0" smtClean="0">
                <a:solidFill>
                  <a:srgbClr val="FF0000"/>
                </a:solidFill>
              </a:rPr>
              <a:t>Conflict:</a:t>
            </a:r>
          </a:p>
          <a:p>
            <a:pPr marL="0" indent="0">
              <a:buNone/>
            </a:pPr>
            <a:r>
              <a:rPr lang="en-US" sz="2400" dirty="0" smtClean="0"/>
              <a:t>Solving conflict:</a:t>
            </a:r>
          </a:p>
          <a:p>
            <a:r>
              <a:rPr lang="en-US" sz="2400" dirty="0" smtClean="0"/>
              <a:t>Manual edit </a:t>
            </a:r>
            <a:r>
              <a:rPr lang="en-US" sz="2400" dirty="0" smtClean="0"/>
              <a:t>README </a:t>
            </a:r>
            <a:r>
              <a:rPr lang="en-US" sz="2400" b="1" dirty="0" smtClean="0">
                <a:solidFill>
                  <a:srgbClr val="FF0000"/>
                </a:solidFill>
              </a:rPr>
              <a:t>*</a:t>
            </a:r>
            <a:r>
              <a:rPr lang="en-US" sz="2400" b="1" dirty="0" err="1" smtClean="0">
                <a:solidFill>
                  <a:srgbClr val="FF0000"/>
                </a:solidFill>
              </a:rPr>
              <a:t>Nhi</a:t>
            </a:r>
            <a:r>
              <a:rPr lang="en-US" sz="2400" b="1" dirty="0" smtClean="0">
                <a:solidFill>
                  <a:srgbClr val="FF0000"/>
                </a:solidFill>
              </a:rPr>
              <a:t> will edit later*</a:t>
            </a:r>
            <a:endParaRPr lang="en-US" sz="2400" b="1" dirty="0" smtClean="0">
              <a:solidFill>
                <a:srgbClr val="FF0000"/>
              </a:solidFill>
            </a:endParaRPr>
          </a:p>
          <a:p>
            <a:pPr>
              <a:buFont typeface="Wingdings" panose="05000000000000000000" pitchFamily="2" charset="2"/>
              <a:buChar char="Ø"/>
            </a:pPr>
            <a:endParaRPr lang="en-US" sz="2400" dirty="0" smtClean="0"/>
          </a:p>
          <a:p>
            <a:pPr marL="0" indent="0">
              <a:buNone/>
            </a:pPr>
            <a:endParaRPr lang="en-US" sz="2200" dirty="0" smtClean="0"/>
          </a:p>
          <a:p>
            <a:pPr marL="0" indent="0">
              <a:buNone/>
            </a:pPr>
            <a:endParaRPr lang="en-US" sz="2200" dirty="0" smtClean="0">
              <a:solidFill>
                <a:srgbClr val="FF0000"/>
              </a:solidFill>
            </a:endParaRPr>
          </a:p>
          <a:p>
            <a:pPr marL="0" indent="0">
              <a:buNone/>
            </a:pPr>
            <a:endParaRPr lang="en-US" sz="2200" dirty="0" smtClean="0"/>
          </a:p>
          <a:p>
            <a:pPr marL="0" indent="0" algn="just">
              <a:buNone/>
            </a:pPr>
            <a:r>
              <a:rPr lang="en-US" sz="2200" dirty="0" smtClean="0"/>
              <a:t>                               </a:t>
            </a:r>
            <a:endParaRPr lang="en-US" sz="2200" dirty="0"/>
          </a:p>
        </p:txBody>
      </p:sp>
    </p:spTree>
    <p:extLst>
      <p:ext uri="{BB962C8B-B14F-4D97-AF65-F5344CB8AC3E}">
        <p14:creationId xmlns:p14="http://schemas.microsoft.com/office/powerpoint/2010/main" val="99428335"/>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platzhalter 2"/>
          <p:cNvSpPr>
            <a:spLocks noGrp="1"/>
          </p:cNvSpPr>
          <p:nvPr>
            <p:ph type="body" sz="quarter" idx="13"/>
          </p:nvPr>
        </p:nvSpPr>
        <p:spPr>
          <a:xfrm>
            <a:off x="1080000" y="1800000"/>
            <a:ext cx="5280000" cy="300339"/>
          </a:xfrm>
        </p:spPr>
        <p:txBody>
          <a:bodyPr/>
          <a:lstStyle/>
          <a:p>
            <a:r>
              <a:rPr lang="en-US" dirty="0"/>
              <a:t>Renesas.com</a:t>
            </a:r>
          </a:p>
        </p:txBody>
      </p:sp>
    </p:spTree>
    <p:extLst>
      <p:ext uri="{BB962C8B-B14F-4D97-AF65-F5344CB8AC3E}">
        <p14:creationId xmlns:p14="http://schemas.microsoft.com/office/powerpoint/2010/main" val="2039919578"/>
      </p:ext>
    </p:extLst>
  </p:cSld>
  <p:clrMapOvr>
    <a:masterClrMapping/>
  </p:clrMapOvr>
  <p:timing>
    <p:tnLst>
      <p:par>
        <p:cTn id="1" dur="indefinite" restart="never" nodeType="tmRoot"/>
      </p:par>
    </p:tnLst>
  </p:timing>
</p:sld>
</file>

<file path=ppt/theme/theme1.xml><?xml version="1.0" encoding="utf-8"?>
<a:theme xmlns:a="http://schemas.openxmlformats.org/drawingml/2006/main" name="151229_Renesas_Templates_16_9_EN">
  <a:themeElements>
    <a:clrScheme name="Renesas_colors">
      <a:dk1>
        <a:srgbClr val="3C3C3B"/>
      </a:dk1>
      <a:lt1>
        <a:sysClr val="window" lastClr="FFFFFF"/>
      </a:lt1>
      <a:dk2>
        <a:srgbClr val="06418C"/>
      </a:dk2>
      <a:lt2>
        <a:srgbClr val="F2F2F2"/>
      </a:lt2>
      <a:accent1>
        <a:srgbClr val="4471A9"/>
      </a:accent1>
      <a:accent2>
        <a:srgbClr val="D70000"/>
      </a:accent2>
      <a:accent3>
        <a:srgbClr val="FFC800"/>
      </a:accent3>
      <a:accent4>
        <a:srgbClr val="669933"/>
      </a:accent4>
      <a:accent5>
        <a:srgbClr val="993399"/>
      </a:accent5>
      <a:accent6>
        <a:srgbClr val="9D9D9D"/>
      </a:accent6>
      <a:hlink>
        <a:srgbClr val="06418C"/>
      </a:hlink>
      <a:folHlink>
        <a:srgbClr val="993399"/>
      </a:folHlink>
    </a:clrScheme>
    <a:fontScheme name="ユーザー定義 1">
      <a:majorFont>
        <a:latin typeface="Arial Narrow"/>
        <a:ea typeface="メイリオ"/>
        <a:cs typeface=""/>
      </a:majorFont>
      <a:minorFont>
        <a:latin typeface="Arial"/>
        <a:ea typeface="メイリオ"/>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プレゼンテーション1" id="{612F9F2B-6676-4FF8-AB23-980561356941}" vid="{9A8FCC0E-004E-44BF-8F6F-82E8B84C5546}"/>
    </a:ext>
  </a:extLst>
</a:theme>
</file>

<file path=ppt/theme/theme2.xml><?xml version="1.0" encoding="utf-8"?>
<a:theme xmlns:a="http://schemas.openxmlformats.org/drawingml/2006/main" name="1_151229_Renesas_Templates_16_9_EN">
  <a:themeElements>
    <a:clrScheme name="Renesas_colors">
      <a:dk1>
        <a:srgbClr val="3C3C3B"/>
      </a:dk1>
      <a:lt1>
        <a:sysClr val="window" lastClr="FFFFFF"/>
      </a:lt1>
      <a:dk2>
        <a:srgbClr val="06418C"/>
      </a:dk2>
      <a:lt2>
        <a:srgbClr val="F2F2F2"/>
      </a:lt2>
      <a:accent1>
        <a:srgbClr val="4471A9"/>
      </a:accent1>
      <a:accent2>
        <a:srgbClr val="D70000"/>
      </a:accent2>
      <a:accent3>
        <a:srgbClr val="FFC800"/>
      </a:accent3>
      <a:accent4>
        <a:srgbClr val="669933"/>
      </a:accent4>
      <a:accent5>
        <a:srgbClr val="993399"/>
      </a:accent5>
      <a:accent6>
        <a:srgbClr val="9D9D9D"/>
      </a:accent6>
      <a:hlink>
        <a:srgbClr val="06418C"/>
      </a:hlink>
      <a:folHlink>
        <a:srgbClr val="993399"/>
      </a:folHlink>
    </a:clrScheme>
    <a:fontScheme name="ユーザー定義 1">
      <a:majorFont>
        <a:latin typeface="Arial Narrow"/>
        <a:ea typeface="メイリオ"/>
        <a:cs typeface=""/>
      </a:majorFont>
      <a:minorFont>
        <a:latin typeface="Arial"/>
        <a:ea typeface="メイリオ"/>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プレゼンテーション1" id="{54147FB1-DAE6-4AE8-976A-1D9502EBCD93}" vid="{D1F8C949-6990-4F7E-A752-F27DA72DB7FA}"/>
    </a:ext>
  </a:extLst>
</a:theme>
</file>

<file path=ppt/theme/theme3.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Tentative_Renesas_PPT_for_CC_16_9__2015_08</Template>
  <TotalTime>1574</TotalTime>
  <Words>2249</Words>
  <Application>Microsoft Office PowerPoint</Application>
  <PresentationFormat>Widescreen</PresentationFormat>
  <Paragraphs>473</Paragraphs>
  <Slides>63</Slides>
  <Notes>50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63</vt:i4>
      </vt:variant>
    </vt:vector>
  </HeadingPairs>
  <TitlesOfParts>
    <vt:vector size="71" baseType="lpstr">
      <vt:lpstr>メイリオ</vt:lpstr>
      <vt:lpstr>Arial</vt:lpstr>
      <vt:lpstr>Arial Narrow</vt:lpstr>
      <vt:lpstr>Calibri</vt:lpstr>
      <vt:lpstr>Symbol</vt:lpstr>
      <vt:lpstr>Wingdings</vt:lpstr>
      <vt:lpstr>151229_Renesas_Templates_16_9_EN</vt:lpstr>
      <vt:lpstr>1_151229_Renesas_Templates_16_9_EN</vt:lpstr>
      <vt:lpstr>Agenda</vt:lpstr>
      <vt:lpstr>introduction</vt:lpstr>
      <vt:lpstr>introduction</vt:lpstr>
      <vt:lpstr>introduction</vt:lpstr>
      <vt:lpstr>introduction</vt:lpstr>
      <vt:lpstr>introduction</vt:lpstr>
      <vt:lpstr>introduction</vt:lpstr>
      <vt:lpstr>introduction</vt:lpstr>
      <vt:lpstr>introduction</vt:lpstr>
      <vt:lpstr>introduction</vt:lpstr>
      <vt:lpstr>Agenda</vt:lpstr>
      <vt:lpstr>USER GUIDANCE</vt:lpstr>
      <vt:lpstr>USER GUIDANCE</vt:lpstr>
      <vt:lpstr>USER GUIDANCE</vt:lpstr>
      <vt:lpstr>USER GUIDANCE</vt:lpstr>
      <vt:lpstr>USER GUIDANCE</vt:lpstr>
      <vt:lpstr>USER GUIDANCE</vt:lpstr>
      <vt:lpstr>USER GUIDANCE</vt:lpstr>
      <vt:lpstr>USER GUIDANCE</vt:lpstr>
      <vt:lpstr>USER GUIDANCE</vt:lpstr>
      <vt:lpstr>USER GUIDANCE</vt:lpstr>
      <vt:lpstr>USER GUIDANCE</vt:lpstr>
      <vt:lpstr>USER GUIDANCE</vt:lpstr>
      <vt:lpstr>USER GUIDANCE</vt:lpstr>
      <vt:lpstr>USER GUIDANCE</vt:lpstr>
      <vt:lpstr>USER GUIDANCE</vt:lpstr>
      <vt:lpstr>USER GUIDANCE</vt:lpstr>
      <vt:lpstr>USER GUIDANCE</vt:lpstr>
      <vt:lpstr>USER GUIDANCE</vt:lpstr>
      <vt:lpstr>USER GUIDANCE</vt:lpstr>
      <vt:lpstr>USER GUIDANCE</vt:lpstr>
      <vt:lpstr>USER GUIDANCE</vt:lpstr>
      <vt:lpstr>USER GUIDANCE</vt:lpstr>
      <vt:lpstr>USER GUIDANCE</vt:lpstr>
      <vt:lpstr>USER GUIDANCE</vt:lpstr>
      <vt:lpstr>USER GUIDANCE</vt:lpstr>
      <vt:lpstr>USER GUIDANCE</vt:lpstr>
      <vt:lpstr>USER GUIDANCE</vt:lpstr>
      <vt:lpstr>USER GUIDANCE</vt:lpstr>
      <vt:lpstr>USER GUIDANCE</vt:lpstr>
      <vt:lpstr>USER GUIDANCE</vt:lpstr>
      <vt:lpstr>USER GUIDANCE</vt:lpstr>
      <vt:lpstr>USER GUIDANCE</vt:lpstr>
      <vt:lpstr>USER GUIDANCE</vt:lpstr>
      <vt:lpstr>USER GUIDANCE</vt:lpstr>
      <vt:lpstr>USER GUIDANCE</vt:lpstr>
      <vt:lpstr>USER GUIDANCE</vt:lpstr>
      <vt:lpstr>USER GUIDANCE</vt:lpstr>
      <vt:lpstr>USER GUIDANCE</vt:lpstr>
      <vt:lpstr>USER GUIDANCE</vt:lpstr>
      <vt:lpstr>USER GUIDANCE</vt:lpstr>
      <vt:lpstr>USER GUIDANCE</vt:lpstr>
      <vt:lpstr>USER GUIDANCE</vt:lpstr>
      <vt:lpstr>USER GUIDANCE</vt:lpstr>
      <vt:lpstr>USER GUIDANCE</vt:lpstr>
      <vt:lpstr>USER GUIDANCE</vt:lpstr>
      <vt:lpstr>Agenda</vt:lpstr>
      <vt:lpstr>ABNORMAL CASES</vt:lpstr>
      <vt:lpstr>ABNORMAL CASES</vt:lpstr>
      <vt:lpstr>ABNORMAL CASES</vt:lpstr>
      <vt:lpstr>ABNORMAL CASES</vt:lpstr>
      <vt:lpstr>ABNORMAL CASES</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Sabine Mayr</dc:creator>
  <cp:lastModifiedBy>Nhi Yen. Cao</cp:lastModifiedBy>
  <cp:revision>198</cp:revision>
  <dcterms:created xsi:type="dcterms:W3CDTF">2015-08-18T12:30:57Z</dcterms:created>
  <dcterms:modified xsi:type="dcterms:W3CDTF">2017-05-10T11:33:47Z</dcterms:modified>
</cp:coreProperties>
</file>